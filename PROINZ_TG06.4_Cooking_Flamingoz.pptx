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9"/>
  </p:notesMasterIdLst>
  <p:sldIdLst>
    <p:sldId id="265" r:id="rId3"/>
    <p:sldId id="257" r:id="rId4"/>
    <p:sldId id="267" r:id="rId5"/>
    <p:sldId id="268" r:id="rId6"/>
    <p:sldId id="277" r:id="rId7"/>
    <p:sldId id="259" r:id="rId8"/>
    <p:sldId id="278" r:id="rId9"/>
    <p:sldId id="279" r:id="rId10"/>
    <p:sldId id="280" r:id="rId11"/>
    <p:sldId id="261" r:id="rId12"/>
    <p:sldId id="275" r:id="rId13"/>
    <p:sldId id="276" r:id="rId14"/>
    <p:sldId id="260" r:id="rId15"/>
    <p:sldId id="262" r:id="rId16"/>
    <p:sldId id="274" r:id="rId17"/>
    <p:sldId id="26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6CCC4A-5511-EEF1-F78D-5F931A78CBFA}" v="835" dt="2026-01-28T20:23:37.488"/>
    <p1510:client id="{915E71BA-63C8-1C05-EEC3-83F88D69E20A}" v="193" dt="2026-01-28T20:48:08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5" autoAdjust="0"/>
    <p:restoredTop sz="97366" autoAdjust="0"/>
  </p:normalViewPr>
  <p:slideViewPr>
    <p:cSldViewPr snapToGrid="0">
      <p:cViewPr varScale="1">
        <p:scale>
          <a:sx n="80" d="100"/>
          <a:sy n="80" d="100"/>
        </p:scale>
        <p:origin x="1474" y="67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lo Klauški" userId="S::kk55979@fer.hr::4079451c-706c-49bc-a284-6bdfb9c4ec61" providerId="AD" clId="Web-{915E71BA-63C8-1C05-EEC3-83F88D69E20A}"/>
    <pc:docChg chg="modSld">
      <pc:chgData name="Karlo Klauški" userId="S::kk55979@fer.hr::4079451c-706c-49bc-a284-6bdfb9c4ec61" providerId="AD" clId="Web-{915E71BA-63C8-1C05-EEC3-83F88D69E20A}" dt="2026-01-28T20:46:42.853" v="186" actId="20577"/>
      <pc:docMkLst>
        <pc:docMk/>
      </pc:docMkLst>
      <pc:sldChg chg="modSp">
        <pc:chgData name="Karlo Klauški" userId="S::kk55979@fer.hr::4079451c-706c-49bc-a284-6bdfb9c4ec61" providerId="AD" clId="Web-{915E71BA-63C8-1C05-EEC3-83F88D69E20A}" dt="2026-01-28T20:46:42.853" v="186" actId="20577"/>
        <pc:sldMkLst>
          <pc:docMk/>
          <pc:sldMk cId="1307531060" sldId="257"/>
        </pc:sldMkLst>
        <pc:spChg chg="mod">
          <ac:chgData name="Karlo Klauški" userId="S::kk55979@fer.hr::4079451c-706c-49bc-a284-6bdfb9c4ec61" providerId="AD" clId="Web-{915E71BA-63C8-1C05-EEC3-83F88D69E20A}" dt="2026-01-28T20:46:42.853" v="186" actId="20577"/>
          <ac:spMkLst>
            <pc:docMk/>
            <pc:sldMk cId="1307531060" sldId="257"/>
            <ac:spMk id="3" creationId="{00000000-0000-0000-0000-000000000000}"/>
          </ac:spMkLst>
        </pc:spChg>
      </pc:sldChg>
      <pc:sldChg chg="modSp">
        <pc:chgData name="Karlo Klauški" userId="S::kk55979@fer.hr::4079451c-706c-49bc-a284-6bdfb9c4ec61" providerId="AD" clId="Web-{915E71BA-63C8-1C05-EEC3-83F88D69E20A}" dt="2026-01-28T20:44:00.649" v="53" actId="20577"/>
        <pc:sldMkLst>
          <pc:docMk/>
          <pc:sldMk cId="3161375826" sldId="259"/>
        </pc:sldMkLst>
        <pc:spChg chg="mod">
          <ac:chgData name="Karlo Klauški" userId="S::kk55979@fer.hr::4079451c-706c-49bc-a284-6bdfb9c4ec61" providerId="AD" clId="Web-{915E71BA-63C8-1C05-EEC3-83F88D69E20A}" dt="2026-01-28T20:44:00.649" v="53" actId="20577"/>
          <ac:spMkLst>
            <pc:docMk/>
            <pc:sldMk cId="3161375826" sldId="259"/>
            <ac:spMk id="2" creationId="{00000000-0000-0000-0000-000000000000}"/>
          </ac:spMkLst>
        </pc:spChg>
      </pc:sldChg>
    </pc:docChg>
  </pc:docChgLst>
  <pc:docChgLst>
    <pc:chgData name="Karlo Klauški" userId="S::kk55979@fer.hr::4079451c-706c-49bc-a284-6bdfb9c4ec61" providerId="AD" clId="Web-{5A6CCC4A-5511-EEF1-F78D-5F931A78CBFA}"/>
    <pc:docChg chg="addSld delSld modSld sldOrd">
      <pc:chgData name="Karlo Klauški" userId="S::kk55979@fer.hr::4079451c-706c-49bc-a284-6bdfb9c4ec61" providerId="AD" clId="Web-{5A6CCC4A-5511-EEF1-F78D-5F931A78CBFA}" dt="2026-01-28T20:23:37.488" v="805" actId="20577"/>
      <pc:docMkLst>
        <pc:docMk/>
      </pc:docMkLst>
      <pc:sldChg chg="modSp">
        <pc:chgData name="Karlo Klauški" userId="S::kk55979@fer.hr::4079451c-706c-49bc-a284-6bdfb9c4ec61" providerId="AD" clId="Web-{5A6CCC4A-5511-EEF1-F78D-5F931A78CBFA}" dt="2026-01-28T20:04:20.259" v="25" actId="20577"/>
        <pc:sldMkLst>
          <pc:docMk/>
          <pc:sldMk cId="1307531060" sldId="257"/>
        </pc:sldMkLst>
        <pc:spChg chg="mod">
          <ac:chgData name="Karlo Klauški" userId="S::kk55979@fer.hr::4079451c-706c-49bc-a284-6bdfb9c4ec61" providerId="AD" clId="Web-{5A6CCC4A-5511-EEF1-F78D-5F931A78CBFA}" dt="2026-01-28T20:04:20.259" v="25" actId="20577"/>
          <ac:spMkLst>
            <pc:docMk/>
            <pc:sldMk cId="1307531060" sldId="257"/>
            <ac:spMk id="3" creationId="{00000000-0000-0000-0000-000000000000}"/>
          </ac:spMkLst>
        </pc:spChg>
      </pc:sldChg>
      <pc:sldChg chg="addSp delSp modSp">
        <pc:chgData name="Karlo Klauški" userId="S::kk55979@fer.hr::4079451c-706c-49bc-a284-6bdfb9c4ec61" providerId="AD" clId="Web-{5A6CCC4A-5511-EEF1-F78D-5F931A78CBFA}" dt="2026-01-28T20:16:46.894" v="729"/>
        <pc:sldMkLst>
          <pc:docMk/>
          <pc:sldMk cId="3161375826" sldId="259"/>
        </pc:sldMkLst>
        <pc:spChg chg="del mod">
          <ac:chgData name="Karlo Klauški" userId="S::kk55979@fer.hr::4079451c-706c-49bc-a284-6bdfb9c4ec61" providerId="AD" clId="Web-{5A6CCC4A-5511-EEF1-F78D-5F931A78CBFA}" dt="2026-01-28T20:12:51.729" v="526"/>
          <ac:spMkLst>
            <pc:docMk/>
            <pc:sldMk cId="3161375826" sldId="259"/>
            <ac:spMk id="3" creationId="{00000000-0000-0000-0000-000000000000}"/>
          </ac:spMkLst>
        </pc:spChg>
        <pc:spChg chg="del mod">
          <ac:chgData name="Karlo Klauški" userId="S::kk55979@fer.hr::4079451c-706c-49bc-a284-6bdfb9c4ec61" providerId="AD" clId="Web-{5A6CCC4A-5511-EEF1-F78D-5F931A78CBFA}" dt="2026-01-28T20:13:26.765" v="593"/>
          <ac:spMkLst>
            <pc:docMk/>
            <pc:sldMk cId="3161375826" sldId="259"/>
            <ac:spMk id="8" creationId="{FA4247B1-98B3-4CA3-9998-AF2AAE27F4BB}"/>
          </ac:spMkLst>
        </pc:spChg>
        <pc:spChg chg="del mod">
          <ac:chgData name="Karlo Klauški" userId="S::kk55979@fer.hr::4079451c-706c-49bc-a284-6bdfb9c4ec61" providerId="AD" clId="Web-{5A6CCC4A-5511-EEF1-F78D-5F931A78CBFA}" dt="2026-01-28T20:13:06.903" v="531"/>
          <ac:spMkLst>
            <pc:docMk/>
            <pc:sldMk cId="3161375826" sldId="259"/>
            <ac:spMk id="10" creationId="{8BA2E9FB-2CCA-45D6-B791-0FEADFCA2E42}"/>
          </ac:spMkLst>
        </pc:spChg>
        <pc:spChg chg="add del mod">
          <ac:chgData name="Karlo Klauški" userId="S::kk55979@fer.hr::4079451c-706c-49bc-a284-6bdfb9c4ec61" providerId="AD" clId="Web-{5A6CCC4A-5511-EEF1-F78D-5F931A78CBFA}" dt="2026-01-28T20:12:55.010" v="527"/>
          <ac:spMkLst>
            <pc:docMk/>
            <pc:sldMk cId="3161375826" sldId="259"/>
            <ac:spMk id="12" creationId="{23370E43-A240-93C8-D7B0-6EF0CA810D99}"/>
          </ac:spMkLst>
        </pc:spChg>
        <pc:graphicFrameChg chg="del">
          <ac:chgData name="Karlo Klauški" userId="S::kk55979@fer.hr::4079451c-706c-49bc-a284-6bdfb9c4ec61" providerId="AD" clId="Web-{5A6CCC4A-5511-EEF1-F78D-5F931A78CBFA}" dt="2026-01-28T20:09:32.265" v="380"/>
          <ac:graphicFrameMkLst>
            <pc:docMk/>
            <pc:sldMk cId="3161375826" sldId="259"/>
            <ac:graphicFrameMk id="5" creationId="{1437C0DA-EBE7-41B2-838A-DFACC23340BF}"/>
          </ac:graphicFrameMkLst>
        </pc:graphicFrameChg>
        <pc:graphicFrameChg chg="mod modGraphic">
          <ac:chgData name="Karlo Klauški" userId="S::kk55979@fer.hr::4079451c-706c-49bc-a284-6bdfb9c4ec61" providerId="AD" clId="Web-{5A6CCC4A-5511-EEF1-F78D-5F931A78CBFA}" dt="2026-01-28T20:15:10.886" v="642"/>
          <ac:graphicFrameMkLst>
            <pc:docMk/>
            <pc:sldMk cId="3161375826" sldId="259"/>
            <ac:graphicFrameMk id="7" creationId="{47F5749D-1926-486A-BA93-319EFDB5BAE8}"/>
          </ac:graphicFrameMkLst>
        </pc:graphicFrameChg>
        <pc:graphicFrameChg chg="mod modGraphic">
          <ac:chgData name="Karlo Klauški" userId="S::kk55979@fer.hr::4079451c-706c-49bc-a284-6bdfb9c4ec61" providerId="AD" clId="Web-{5A6CCC4A-5511-EEF1-F78D-5F931A78CBFA}" dt="2026-01-28T20:16:46.894" v="729"/>
          <ac:graphicFrameMkLst>
            <pc:docMk/>
            <pc:sldMk cId="3161375826" sldId="259"/>
            <ac:graphicFrameMk id="9" creationId="{DD46F70C-BA39-4211-9E0A-7E8E5477200D}"/>
          </ac:graphicFrameMkLst>
        </pc:graphicFrameChg>
        <pc:graphicFrameChg chg="mod modGraphic">
          <ac:chgData name="Karlo Klauški" userId="S::kk55979@fer.hr::4079451c-706c-49bc-a284-6bdfb9c4ec61" providerId="AD" clId="Web-{5A6CCC4A-5511-EEF1-F78D-5F931A78CBFA}" dt="2026-01-28T20:16:32.065" v="727"/>
          <ac:graphicFrameMkLst>
            <pc:docMk/>
            <pc:sldMk cId="3161375826" sldId="259"/>
            <ac:graphicFrameMk id="11" creationId="{6F13F16B-16E9-4354-9BFD-5D72463AADAB}"/>
          </ac:graphicFrameMkLst>
        </pc:graphicFrameChg>
      </pc:sldChg>
      <pc:sldChg chg="modSp">
        <pc:chgData name="Karlo Klauški" userId="S::kk55979@fer.hr::4079451c-706c-49bc-a284-6bdfb9c4ec61" providerId="AD" clId="Web-{5A6CCC4A-5511-EEF1-F78D-5F931A78CBFA}" dt="2026-01-28T20:23:37.488" v="805" actId="20577"/>
        <pc:sldMkLst>
          <pc:docMk/>
          <pc:sldMk cId="4285223946" sldId="262"/>
        </pc:sldMkLst>
        <pc:spChg chg="mod">
          <ac:chgData name="Karlo Klauški" userId="S::kk55979@fer.hr::4079451c-706c-49bc-a284-6bdfb9c4ec61" providerId="AD" clId="Web-{5A6CCC4A-5511-EEF1-F78D-5F931A78CBFA}" dt="2026-01-28T20:23:37.488" v="805" actId="20577"/>
          <ac:spMkLst>
            <pc:docMk/>
            <pc:sldMk cId="4285223946" sldId="262"/>
            <ac:spMk id="3" creationId="{00000000-0000-0000-0000-000000000000}"/>
          </ac:spMkLst>
        </pc:spChg>
      </pc:sldChg>
      <pc:sldChg chg="modSp">
        <pc:chgData name="Karlo Klauški" userId="S::kk55979@fer.hr::4079451c-706c-49bc-a284-6bdfb9c4ec61" providerId="AD" clId="Web-{5A6CCC4A-5511-EEF1-F78D-5F931A78CBFA}" dt="2026-01-28T20:03:52.025" v="6" actId="20577"/>
        <pc:sldMkLst>
          <pc:docMk/>
          <pc:sldMk cId="3657843566" sldId="265"/>
        </pc:sldMkLst>
        <pc:spChg chg="mod">
          <ac:chgData name="Karlo Klauški" userId="S::kk55979@fer.hr::4079451c-706c-49bc-a284-6bdfb9c4ec61" providerId="AD" clId="Web-{5A6CCC4A-5511-EEF1-F78D-5F931A78CBFA}" dt="2026-01-28T20:03:39.650" v="3" actId="20577"/>
          <ac:spMkLst>
            <pc:docMk/>
            <pc:sldMk cId="3657843566" sldId="265"/>
            <ac:spMk id="2" creationId="{00000000-0000-0000-0000-000000000000}"/>
          </ac:spMkLst>
        </pc:spChg>
        <pc:spChg chg="mod">
          <ac:chgData name="Karlo Klauški" userId="S::kk55979@fer.hr::4079451c-706c-49bc-a284-6bdfb9c4ec61" providerId="AD" clId="Web-{5A6CCC4A-5511-EEF1-F78D-5F931A78CBFA}" dt="2026-01-28T20:03:52.025" v="6" actId="20577"/>
          <ac:spMkLst>
            <pc:docMk/>
            <pc:sldMk cId="3657843566" sldId="265"/>
            <ac:spMk id="3" creationId="{2809DD34-BFD2-8305-42BF-AA42E093F93A}"/>
          </ac:spMkLst>
        </pc:spChg>
      </pc:sldChg>
      <pc:sldChg chg="del">
        <pc:chgData name="Karlo Klauški" userId="S::kk55979@fer.hr::4079451c-706c-49bc-a284-6bdfb9c4ec61" providerId="AD" clId="Web-{5A6CCC4A-5511-EEF1-F78D-5F931A78CBFA}" dt="2026-01-28T20:04:04.041" v="7"/>
        <pc:sldMkLst>
          <pc:docMk/>
          <pc:sldMk cId="712565806" sldId="266"/>
        </pc:sldMkLst>
      </pc:sldChg>
      <pc:sldChg chg="modSp">
        <pc:chgData name="Karlo Klauški" userId="S::kk55979@fer.hr::4079451c-706c-49bc-a284-6bdfb9c4ec61" providerId="AD" clId="Web-{5A6CCC4A-5511-EEF1-F78D-5F931A78CBFA}" dt="2026-01-28T20:06:54.620" v="58" actId="20577"/>
        <pc:sldMkLst>
          <pc:docMk/>
          <pc:sldMk cId="1839409896" sldId="268"/>
        </pc:sldMkLst>
        <pc:spChg chg="mod">
          <ac:chgData name="Karlo Klauški" userId="S::kk55979@fer.hr::4079451c-706c-49bc-a284-6bdfb9c4ec61" providerId="AD" clId="Web-{5A6CCC4A-5511-EEF1-F78D-5F931A78CBFA}" dt="2026-01-28T20:06:54.620" v="58" actId="20577"/>
          <ac:spMkLst>
            <pc:docMk/>
            <pc:sldMk cId="1839409896" sldId="268"/>
            <ac:spMk id="3" creationId="{F4FDC0A7-2EBE-B97D-F71C-97BD62047FF6}"/>
          </ac:spMkLst>
        </pc:spChg>
      </pc:sldChg>
      <pc:sldChg chg="delSp modSp del delAnim">
        <pc:chgData name="Karlo Klauški" userId="S::kk55979@fer.hr::4079451c-706c-49bc-a284-6bdfb9c4ec61" providerId="AD" clId="Web-{5A6CCC4A-5511-EEF1-F78D-5F931A78CBFA}" dt="2026-01-28T20:20:28.561" v="801"/>
        <pc:sldMkLst>
          <pc:docMk/>
          <pc:sldMk cId="4261244465" sldId="269"/>
        </pc:sldMkLst>
        <pc:spChg chg="del mod">
          <ac:chgData name="Karlo Klauški" userId="S::kk55979@fer.hr::4079451c-706c-49bc-a284-6bdfb9c4ec61" providerId="AD" clId="Web-{5A6CCC4A-5511-EEF1-F78D-5F931A78CBFA}" dt="2026-01-28T20:20:25.608" v="800"/>
          <ac:spMkLst>
            <pc:docMk/>
            <pc:sldMk cId="4261244465" sldId="269"/>
            <ac:spMk id="3" creationId="{C8EE1D33-6016-014F-7976-CC3BF83E4AA5}"/>
          </ac:spMkLst>
        </pc:spChg>
        <pc:spChg chg="del mod">
          <ac:chgData name="Karlo Klauški" userId="S::kk55979@fer.hr::4079451c-706c-49bc-a284-6bdfb9c4ec61" providerId="AD" clId="Web-{5A6CCC4A-5511-EEF1-F78D-5F931A78CBFA}" dt="2026-01-28T20:19:01.026" v="776"/>
          <ac:spMkLst>
            <pc:docMk/>
            <pc:sldMk cId="4261244465" sldId="269"/>
            <ac:spMk id="7" creationId="{3CA364CD-5E0F-418F-A8F5-CE309D6187E7}"/>
          </ac:spMkLst>
        </pc:spChg>
        <pc:spChg chg="del mod">
          <ac:chgData name="Karlo Klauški" userId="S::kk55979@fer.hr::4079451c-706c-49bc-a284-6bdfb9c4ec61" providerId="AD" clId="Web-{5A6CCC4A-5511-EEF1-F78D-5F931A78CBFA}" dt="2026-01-28T20:19:40.684" v="789"/>
          <ac:spMkLst>
            <pc:docMk/>
            <pc:sldMk cId="4261244465" sldId="269"/>
            <ac:spMk id="13" creationId="{D5E15466-8511-4075-9D18-2DC9C14951C0}"/>
          </ac:spMkLst>
        </pc:spChg>
        <pc:picChg chg="del mod">
          <ac:chgData name="Karlo Klauški" userId="S::kk55979@fer.hr::4079451c-706c-49bc-a284-6bdfb9c4ec61" providerId="AD" clId="Web-{5A6CCC4A-5511-EEF1-F78D-5F931A78CBFA}" dt="2026-01-28T20:19:09.527" v="779"/>
          <ac:picMkLst>
            <pc:docMk/>
            <pc:sldMk cId="4261244465" sldId="269"/>
            <ac:picMk id="6" creationId="{0E968006-D3F8-44A7-BC22-9EC19D3B791F}"/>
          </ac:picMkLst>
        </pc:picChg>
        <pc:picChg chg="del mod">
          <ac:chgData name="Karlo Klauški" userId="S::kk55979@fer.hr::4079451c-706c-49bc-a284-6bdfb9c4ec61" providerId="AD" clId="Web-{5A6CCC4A-5511-EEF1-F78D-5F931A78CBFA}" dt="2026-01-28T20:17:40.538" v="740"/>
          <ac:picMkLst>
            <pc:docMk/>
            <pc:sldMk cId="4261244465" sldId="269"/>
            <ac:picMk id="9" creationId="{16DA76AD-C2CF-4ADF-AE7C-3404F181BE39}"/>
          </ac:picMkLst>
        </pc:picChg>
        <pc:picChg chg="del mod">
          <ac:chgData name="Karlo Klauški" userId="S::kk55979@fer.hr::4079451c-706c-49bc-a284-6bdfb9c4ec61" providerId="AD" clId="Web-{5A6CCC4A-5511-EEF1-F78D-5F931A78CBFA}" dt="2026-01-28T20:19:53.653" v="793"/>
          <ac:picMkLst>
            <pc:docMk/>
            <pc:sldMk cId="4261244465" sldId="269"/>
            <ac:picMk id="11" creationId="{74E5F971-9CED-480A-9E59-602DF0839ADD}"/>
          </ac:picMkLst>
        </pc:picChg>
      </pc:sldChg>
      <pc:sldChg chg="addSp delSp modSp add ord replId">
        <pc:chgData name="Karlo Klauški" userId="S::kk55979@fer.hr::4079451c-706c-49bc-a284-6bdfb9c4ec61" providerId="AD" clId="Web-{5A6CCC4A-5511-EEF1-F78D-5F931A78CBFA}" dt="2026-01-28T20:15:23.747" v="643"/>
        <pc:sldMkLst>
          <pc:docMk/>
          <pc:sldMk cId="3273962940" sldId="277"/>
        </pc:sldMkLst>
        <pc:spChg chg="mod">
          <ac:chgData name="Karlo Klauški" userId="S::kk55979@fer.hr::4079451c-706c-49bc-a284-6bdfb9c4ec61" providerId="AD" clId="Web-{5A6CCC4A-5511-EEF1-F78D-5F931A78CBFA}" dt="2026-01-28T20:07:20.792" v="76" actId="20577"/>
          <ac:spMkLst>
            <pc:docMk/>
            <pc:sldMk cId="3273962940" sldId="277"/>
            <ac:spMk id="2" creationId="{61C11E6C-CAAF-CBFB-4F63-BBD2C3043078}"/>
          </ac:spMkLst>
        </pc:spChg>
        <pc:spChg chg="del">
          <ac:chgData name="Karlo Klauški" userId="S::kk55979@fer.hr::4079451c-706c-49bc-a284-6bdfb9c4ec61" providerId="AD" clId="Web-{5A6CCC4A-5511-EEF1-F78D-5F931A78CBFA}" dt="2026-01-28T20:07:24.417" v="82"/>
          <ac:spMkLst>
            <pc:docMk/>
            <pc:sldMk cId="3273962940" sldId="277"/>
            <ac:spMk id="3" creationId="{6D8EA770-AACF-3D16-6777-4C54791FF180}"/>
          </ac:spMkLst>
        </pc:spChg>
        <pc:spChg chg="del">
          <ac:chgData name="Karlo Klauški" userId="S::kk55979@fer.hr::4079451c-706c-49bc-a284-6bdfb9c4ec61" providerId="AD" clId="Web-{5A6CCC4A-5511-EEF1-F78D-5F931A78CBFA}" dt="2026-01-28T20:07:24.339" v="80"/>
          <ac:spMkLst>
            <pc:docMk/>
            <pc:sldMk cId="3273962940" sldId="277"/>
            <ac:spMk id="8" creationId="{4E914FCC-C807-D374-2726-6EC7DC14B9F4}"/>
          </ac:spMkLst>
        </pc:spChg>
        <pc:spChg chg="del">
          <ac:chgData name="Karlo Klauški" userId="S::kk55979@fer.hr::4079451c-706c-49bc-a284-6bdfb9c4ec61" providerId="AD" clId="Web-{5A6CCC4A-5511-EEF1-F78D-5F931A78CBFA}" dt="2026-01-28T20:07:24.339" v="78"/>
          <ac:spMkLst>
            <pc:docMk/>
            <pc:sldMk cId="3273962940" sldId="277"/>
            <ac:spMk id="10" creationId="{868DB1D5-C4E0-F784-CDA9-772BDBEE660D}"/>
          </ac:spMkLst>
        </pc:spChg>
        <pc:spChg chg="add del mod">
          <ac:chgData name="Karlo Klauški" userId="S::kk55979@fer.hr::4079451c-706c-49bc-a284-6bdfb9c4ec61" providerId="AD" clId="Web-{5A6CCC4A-5511-EEF1-F78D-5F931A78CBFA}" dt="2026-01-28T20:07:33.777" v="83"/>
          <ac:spMkLst>
            <pc:docMk/>
            <pc:sldMk cId="3273962940" sldId="277"/>
            <ac:spMk id="12" creationId="{2BF9C55F-4DC1-A9B0-F937-B78A617CACAB}"/>
          </ac:spMkLst>
        </pc:spChg>
        <pc:graphicFrameChg chg="mod modGraphic">
          <ac:chgData name="Karlo Klauški" userId="S::kk55979@fer.hr::4079451c-706c-49bc-a284-6bdfb9c4ec61" providerId="AD" clId="Web-{5A6CCC4A-5511-EEF1-F78D-5F931A78CBFA}" dt="2026-01-28T20:09:23.062" v="379"/>
          <ac:graphicFrameMkLst>
            <pc:docMk/>
            <pc:sldMk cId="3273962940" sldId="277"/>
            <ac:graphicFrameMk id="5" creationId="{7E691745-4B99-6A70-AD09-7933B9E96C21}"/>
          </ac:graphicFrameMkLst>
        </pc:graphicFrameChg>
        <pc:graphicFrameChg chg="del">
          <ac:chgData name="Karlo Klauški" userId="S::kk55979@fer.hr::4079451c-706c-49bc-a284-6bdfb9c4ec61" providerId="AD" clId="Web-{5A6CCC4A-5511-EEF1-F78D-5F931A78CBFA}" dt="2026-01-28T20:07:24.339" v="81"/>
          <ac:graphicFrameMkLst>
            <pc:docMk/>
            <pc:sldMk cId="3273962940" sldId="277"/>
            <ac:graphicFrameMk id="7" creationId="{E8FAFEC6-30B2-F7B3-DA83-995DEBDB69AF}"/>
          </ac:graphicFrameMkLst>
        </pc:graphicFrameChg>
        <pc:graphicFrameChg chg="del">
          <ac:chgData name="Karlo Klauški" userId="S::kk55979@fer.hr::4079451c-706c-49bc-a284-6bdfb9c4ec61" providerId="AD" clId="Web-{5A6CCC4A-5511-EEF1-F78D-5F931A78CBFA}" dt="2026-01-28T20:07:24.339" v="79"/>
          <ac:graphicFrameMkLst>
            <pc:docMk/>
            <pc:sldMk cId="3273962940" sldId="277"/>
            <ac:graphicFrameMk id="9" creationId="{6DE63B12-0407-BA47-2C72-820548A7ECEC}"/>
          </ac:graphicFrameMkLst>
        </pc:graphicFrameChg>
        <pc:graphicFrameChg chg="del">
          <ac:chgData name="Karlo Klauški" userId="S::kk55979@fer.hr::4079451c-706c-49bc-a284-6bdfb9c4ec61" providerId="AD" clId="Web-{5A6CCC4A-5511-EEF1-F78D-5F931A78CBFA}" dt="2026-01-28T20:07:24.339" v="77"/>
          <ac:graphicFrameMkLst>
            <pc:docMk/>
            <pc:sldMk cId="3273962940" sldId="277"/>
            <ac:graphicFrameMk id="11" creationId="{6E1697AA-1A06-2024-DC34-9241A16625E3}"/>
          </ac:graphicFrameMkLst>
        </pc:graphicFrameChg>
      </pc:sldChg>
      <pc:sldChg chg="addSp delSp modSp new">
        <pc:chgData name="Karlo Klauški" userId="S::kk55979@fer.hr::4079451c-706c-49bc-a284-6bdfb9c4ec61" providerId="AD" clId="Web-{5A6CCC4A-5511-EEF1-F78D-5F931A78CBFA}" dt="2026-01-28T20:18:56.010" v="775" actId="20577"/>
        <pc:sldMkLst>
          <pc:docMk/>
          <pc:sldMk cId="3009202462" sldId="278"/>
        </pc:sldMkLst>
        <pc:spChg chg="mod">
          <ac:chgData name="Karlo Klauški" userId="S::kk55979@fer.hr::4079451c-706c-49bc-a284-6bdfb9c4ec61" providerId="AD" clId="Web-{5A6CCC4A-5511-EEF1-F78D-5F931A78CBFA}" dt="2026-01-28T20:18:56.010" v="775" actId="20577"/>
          <ac:spMkLst>
            <pc:docMk/>
            <pc:sldMk cId="3009202462" sldId="278"/>
            <ac:spMk id="2" creationId="{2F77AF82-6E85-0386-F533-20DB89912C8F}"/>
          </ac:spMkLst>
        </pc:spChg>
        <pc:spChg chg="del mod">
          <ac:chgData name="Karlo Klauški" userId="S::kk55979@fer.hr::4079451c-706c-49bc-a284-6bdfb9c4ec61" providerId="AD" clId="Web-{5A6CCC4A-5511-EEF1-F78D-5F931A78CBFA}" dt="2026-01-28T20:17:19.224" v="734"/>
          <ac:spMkLst>
            <pc:docMk/>
            <pc:sldMk cId="3009202462" sldId="278"/>
            <ac:spMk id="3" creationId="{B501B437-1DA8-8FC8-1191-C04EE784DF84}"/>
          </ac:spMkLst>
        </pc:spChg>
        <pc:picChg chg="add mod">
          <ac:chgData name="Karlo Klauški" userId="S::kk55979@fer.hr::4079451c-706c-49bc-a284-6bdfb9c4ec61" providerId="AD" clId="Web-{5A6CCC4A-5511-EEF1-F78D-5F931A78CBFA}" dt="2026-01-28T20:18:15.805" v="768" actId="1076"/>
          <ac:picMkLst>
            <pc:docMk/>
            <pc:sldMk cId="3009202462" sldId="278"/>
            <ac:picMk id="5" creationId="{907D690A-C56D-1D8D-1C94-F968AFDA41AB}"/>
          </ac:picMkLst>
        </pc:picChg>
      </pc:sldChg>
      <pc:sldChg chg="addSp delSp modSp add replId">
        <pc:chgData name="Karlo Klauški" userId="S::kk55979@fer.hr::4079451c-706c-49bc-a284-6bdfb9c4ec61" providerId="AD" clId="Web-{5A6CCC4A-5511-EEF1-F78D-5F931A78CBFA}" dt="2026-01-28T20:19:46.059" v="791" actId="20577"/>
        <pc:sldMkLst>
          <pc:docMk/>
          <pc:sldMk cId="4177303154" sldId="279"/>
        </pc:sldMkLst>
        <pc:spChg chg="mod">
          <ac:chgData name="Karlo Klauški" userId="S::kk55979@fer.hr::4079451c-706c-49bc-a284-6bdfb9c4ec61" providerId="AD" clId="Web-{5A6CCC4A-5511-EEF1-F78D-5F931A78CBFA}" dt="2026-01-28T20:19:46.059" v="791" actId="20577"/>
          <ac:spMkLst>
            <pc:docMk/>
            <pc:sldMk cId="4177303154" sldId="279"/>
            <ac:spMk id="2" creationId="{69A5CEDA-C942-A446-7994-1C48EAAB2757}"/>
          </ac:spMkLst>
        </pc:spChg>
        <pc:picChg chg="add mod">
          <ac:chgData name="Karlo Klauški" userId="S::kk55979@fer.hr::4079451c-706c-49bc-a284-6bdfb9c4ec61" providerId="AD" clId="Web-{5A6CCC4A-5511-EEF1-F78D-5F931A78CBFA}" dt="2026-01-28T20:19:29.731" v="787" actId="1076"/>
          <ac:picMkLst>
            <pc:docMk/>
            <pc:sldMk cId="4177303154" sldId="279"/>
            <ac:picMk id="3" creationId="{9CF18767-DB8C-43EF-8368-EBFDCE952FC5}"/>
          </ac:picMkLst>
        </pc:picChg>
        <pc:picChg chg="del">
          <ac:chgData name="Karlo Klauški" userId="S::kk55979@fer.hr::4079451c-706c-49bc-a284-6bdfb9c4ec61" providerId="AD" clId="Web-{5A6CCC4A-5511-EEF1-F78D-5F931A78CBFA}" dt="2026-01-28T20:19:13.714" v="781"/>
          <ac:picMkLst>
            <pc:docMk/>
            <pc:sldMk cId="4177303154" sldId="279"/>
            <ac:picMk id="5" creationId="{7383E08C-B93E-D95F-9A4F-52150B075E8B}"/>
          </ac:picMkLst>
        </pc:picChg>
      </pc:sldChg>
      <pc:sldChg chg="addSp delSp modSp add replId">
        <pc:chgData name="Karlo Klauški" userId="S::kk55979@fer.hr::4079451c-706c-49bc-a284-6bdfb9c4ec61" providerId="AD" clId="Web-{5A6CCC4A-5511-EEF1-F78D-5F931A78CBFA}" dt="2026-01-28T20:20:35.639" v="802" actId="20577"/>
        <pc:sldMkLst>
          <pc:docMk/>
          <pc:sldMk cId="986020326" sldId="280"/>
        </pc:sldMkLst>
        <pc:spChg chg="mod">
          <ac:chgData name="Karlo Klauški" userId="S::kk55979@fer.hr::4079451c-706c-49bc-a284-6bdfb9c4ec61" providerId="AD" clId="Web-{5A6CCC4A-5511-EEF1-F78D-5F931A78CBFA}" dt="2026-01-28T20:20:35.639" v="802" actId="20577"/>
          <ac:spMkLst>
            <pc:docMk/>
            <pc:sldMk cId="986020326" sldId="280"/>
            <ac:spMk id="2" creationId="{F8634D88-BD21-A5D4-1706-C71B8728C30E}"/>
          </ac:spMkLst>
        </pc:spChg>
        <pc:picChg chg="del">
          <ac:chgData name="Karlo Klauški" userId="S::kk55979@fer.hr::4079451c-706c-49bc-a284-6bdfb9c4ec61" providerId="AD" clId="Web-{5A6CCC4A-5511-EEF1-F78D-5F931A78CBFA}" dt="2026-01-28T20:20:04.654" v="795"/>
          <ac:picMkLst>
            <pc:docMk/>
            <pc:sldMk cId="986020326" sldId="280"/>
            <ac:picMk id="3" creationId="{5A105BC8-5137-7E32-FCC6-DED584EB5ABD}"/>
          </ac:picMkLst>
        </pc:picChg>
        <pc:picChg chg="add mod">
          <ac:chgData name="Karlo Klauški" userId="S::kk55979@fer.hr::4079451c-706c-49bc-a284-6bdfb9c4ec61" providerId="AD" clId="Web-{5A6CCC4A-5511-EEF1-F78D-5F931A78CBFA}" dt="2026-01-28T20:20:09.044" v="797" actId="1076"/>
          <ac:picMkLst>
            <pc:docMk/>
            <pc:sldMk cId="986020326" sldId="280"/>
            <ac:picMk id="5" creationId="{528480B9-8470-FDB9-B41A-60D252ABC52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28.1.2026.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28.1.2026.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28.1.2026.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28.1.2026.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28.1.2026.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28.1.2026.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28.1.2026.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28.1.2026.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28.1.2026.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28.1.2026.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28.1.2026.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28.1.2026.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omemadecooking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onlineculinaryschool.net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ooking.planine.hr/" TargetMode="Externa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 dirty="0"/>
              <a:t>Cooking flamingoz</a:t>
            </a:r>
            <a:endParaRPr lang="hr-HR" sz="4000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/>
              <a:t>06</a:t>
            </a:r>
            <a:r>
              <a:rPr lang="hr-HR" sz="1400" noProof="0" dirty="0"/>
              <a:t>.</a:t>
            </a:r>
            <a:r>
              <a:rPr lang="hr-HR" sz="1400" dirty="0"/>
              <a:t>4 </a:t>
            </a:r>
            <a:r>
              <a:rPr lang="hr-HR" sz="1400"/>
              <a:t>Cooking</a:t>
            </a:r>
            <a:r>
              <a:rPr lang="hr-HR" sz="1400" dirty="0"/>
              <a:t> Flamingoz</a:t>
            </a:r>
            <a:endParaRPr lang="hr-HR" sz="1400" noProof="0" dirty="0"/>
          </a:p>
          <a:p>
            <a:r>
              <a:rPr lang="hr-HR" noProof="0" dirty="0"/>
              <a:t>Ak. god. 2025./2026.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Članovi grupe</a:t>
            </a:r>
          </a:p>
          <a:p>
            <a:r>
              <a:rPr lang="hr-HR" dirty="0"/>
              <a:t>O projektu</a:t>
            </a:r>
          </a:p>
          <a:p>
            <a:r>
              <a:rPr lang="hr-HR" dirty="0"/>
              <a:t>Zahtjevi – funkcijski i </a:t>
            </a:r>
            <a:r>
              <a:rPr lang="hr-HR" dirty="0" err="1"/>
              <a:t>nefunkcijski</a:t>
            </a:r>
            <a:endParaRPr lang="hr-HR"/>
          </a:p>
          <a:p>
            <a:r>
              <a:rPr lang="hr-HR" dirty="0"/>
              <a:t>Dijagrami obrasca uporabe</a:t>
            </a:r>
          </a:p>
          <a:p>
            <a:pPr marL="486410" lvl="1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hr-HR"/>
              <a:t>Anonimnog korisnika</a:t>
            </a:r>
          </a:p>
          <a:p>
            <a:pPr marL="486410" lvl="1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hr-HR"/>
              <a:t>Polaznika</a:t>
            </a:r>
          </a:p>
          <a:p>
            <a:pPr marL="486410" lvl="1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hr-HR"/>
              <a:t>Cijelog sustava</a:t>
            </a:r>
            <a:endParaRPr lang="hr-HR" noProof="0"/>
          </a:p>
          <a:p>
            <a:r>
              <a:rPr lang="hr-HR" dirty="0"/>
              <a:t>Arhitektura sustava – dijagram</a:t>
            </a:r>
          </a:p>
          <a:p>
            <a:r>
              <a:rPr lang="hr-HR" dirty="0"/>
              <a:t>Ispitivanje</a:t>
            </a:r>
          </a:p>
          <a:p>
            <a:r>
              <a:rPr lang="hr-HR" dirty="0"/>
              <a:t>Korišteni alati i tehnologije</a:t>
            </a:r>
          </a:p>
          <a:p>
            <a:r>
              <a:rPr lang="hr-HR" dirty="0"/>
              <a:t>Organizacija rada</a:t>
            </a:r>
          </a:p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hr-HR" b="0" i="0" dirty="0">
                <a:solidFill>
                  <a:srgbClr val="9198A1"/>
                </a:solidFill>
                <a:effectLst/>
                <a:latin typeface="-apple-system"/>
              </a:rPr>
              <a:t>Sebastijan </a:t>
            </a:r>
            <a:r>
              <a:rPr lang="hr-HR" b="0" i="0" dirty="0" err="1">
                <a:solidFill>
                  <a:srgbClr val="9198A1"/>
                </a:solidFill>
                <a:effectLst/>
                <a:latin typeface="-apple-system"/>
              </a:rPr>
              <a:t>Kopsejak</a:t>
            </a:r>
            <a:r>
              <a:rPr lang="hr-HR" b="0" i="0" dirty="0">
                <a:solidFill>
                  <a:srgbClr val="9198A1"/>
                </a:solidFill>
                <a:effectLst/>
                <a:latin typeface="-apple-system"/>
              </a:rPr>
              <a:t> - Team </a:t>
            </a:r>
            <a:r>
              <a:rPr lang="hr-HR" b="0" i="0" dirty="0" err="1">
                <a:solidFill>
                  <a:srgbClr val="9198A1"/>
                </a:solidFill>
                <a:effectLst/>
                <a:latin typeface="-apple-system"/>
              </a:rPr>
              <a:t>Lead</a:t>
            </a:r>
            <a:r>
              <a:rPr lang="hr-HR" b="0" i="0" dirty="0">
                <a:solidFill>
                  <a:srgbClr val="9198A1"/>
                </a:solidFill>
                <a:effectLst/>
                <a:latin typeface="-apple-system"/>
              </a:rPr>
              <a:t>, </a:t>
            </a:r>
            <a:r>
              <a:rPr lang="hr-HR" b="0" i="0" dirty="0" err="1">
                <a:solidFill>
                  <a:srgbClr val="9198A1"/>
                </a:solidFill>
                <a:effectLst/>
                <a:latin typeface="-apple-system"/>
              </a:rPr>
              <a:t>devops</a:t>
            </a:r>
            <a:endParaRPr lang="hr-HR" b="0" i="0" dirty="0">
              <a:solidFill>
                <a:srgbClr val="9198A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hr-HR" b="0" i="0" dirty="0">
                <a:solidFill>
                  <a:srgbClr val="9198A1"/>
                </a:solidFill>
                <a:effectLst/>
                <a:latin typeface="-apple-system"/>
              </a:rPr>
              <a:t>Tin Jovanović - </a:t>
            </a:r>
            <a:r>
              <a:rPr lang="hr-HR" b="0" i="0" dirty="0" err="1">
                <a:solidFill>
                  <a:srgbClr val="9198A1"/>
                </a:solidFill>
                <a:effectLst/>
                <a:latin typeface="-apple-system"/>
              </a:rPr>
              <a:t>Backend</a:t>
            </a:r>
            <a:endParaRPr lang="hr-HR" b="0" i="0" dirty="0">
              <a:solidFill>
                <a:srgbClr val="9198A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hr-HR" b="0" i="0" dirty="0">
                <a:solidFill>
                  <a:srgbClr val="9198A1"/>
                </a:solidFill>
                <a:effectLst/>
                <a:latin typeface="-apple-system"/>
              </a:rPr>
              <a:t>Filip </a:t>
            </a:r>
            <a:r>
              <a:rPr lang="hr-HR" b="0" i="0" dirty="0" err="1">
                <a:solidFill>
                  <a:srgbClr val="9198A1"/>
                </a:solidFill>
                <a:effectLst/>
                <a:latin typeface="-apple-system"/>
              </a:rPr>
              <a:t>Polenus</a:t>
            </a:r>
            <a:r>
              <a:rPr lang="hr-HR" b="0" i="0" dirty="0">
                <a:solidFill>
                  <a:srgbClr val="9198A1"/>
                </a:solidFill>
                <a:effectLst/>
                <a:latin typeface="-apple-system"/>
              </a:rPr>
              <a:t> - </a:t>
            </a:r>
            <a:r>
              <a:rPr lang="hr-HR" b="0" i="0" dirty="0" err="1">
                <a:solidFill>
                  <a:srgbClr val="9198A1"/>
                </a:solidFill>
                <a:effectLst/>
                <a:latin typeface="-apple-system"/>
              </a:rPr>
              <a:t>Backend</a:t>
            </a:r>
            <a:endParaRPr lang="hr-HR" b="0" i="0" dirty="0">
              <a:solidFill>
                <a:srgbClr val="9198A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hr-HR" b="0" i="0" dirty="0">
                <a:solidFill>
                  <a:srgbClr val="9198A1"/>
                </a:solidFill>
                <a:effectLst/>
                <a:latin typeface="-apple-system"/>
              </a:rPr>
              <a:t>Antonio Gospodnetić - </a:t>
            </a:r>
            <a:r>
              <a:rPr lang="hr-HR" b="0" i="0" dirty="0" err="1">
                <a:solidFill>
                  <a:srgbClr val="9198A1"/>
                </a:solidFill>
                <a:effectLst/>
                <a:latin typeface="-apple-system"/>
              </a:rPr>
              <a:t>Database</a:t>
            </a:r>
            <a:endParaRPr lang="hr-HR" b="0" i="0" dirty="0">
              <a:solidFill>
                <a:srgbClr val="9198A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hr-HR" b="0" i="0" dirty="0">
                <a:solidFill>
                  <a:srgbClr val="9198A1"/>
                </a:solidFill>
                <a:effectLst/>
                <a:latin typeface="-apple-system"/>
              </a:rPr>
              <a:t>Vedran Delić - </a:t>
            </a:r>
            <a:r>
              <a:rPr lang="hr-HR" b="0" i="0" dirty="0" err="1">
                <a:solidFill>
                  <a:srgbClr val="9198A1"/>
                </a:solidFill>
                <a:effectLst/>
                <a:latin typeface="-apple-system"/>
              </a:rPr>
              <a:t>Frontend</a:t>
            </a:r>
            <a:r>
              <a:rPr lang="hr-HR" b="0" i="0" dirty="0">
                <a:solidFill>
                  <a:srgbClr val="9198A1"/>
                </a:solidFill>
                <a:effectLst/>
                <a:latin typeface="-apple-system"/>
              </a:rPr>
              <a:t>, Design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hr-HR" b="0" i="0" dirty="0">
                <a:solidFill>
                  <a:srgbClr val="9198A1"/>
                </a:solidFill>
                <a:effectLst/>
                <a:latin typeface="-apple-system"/>
              </a:rPr>
              <a:t>Leona Marijanović - </a:t>
            </a:r>
            <a:r>
              <a:rPr lang="hr-HR" b="0" i="0" dirty="0" err="1">
                <a:solidFill>
                  <a:srgbClr val="9198A1"/>
                </a:solidFill>
                <a:effectLst/>
                <a:latin typeface="-apple-system"/>
              </a:rPr>
              <a:t>Frontend</a:t>
            </a:r>
            <a:endParaRPr lang="hr-HR" b="0" i="0" dirty="0">
              <a:solidFill>
                <a:srgbClr val="9198A1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hr-HR" b="0" i="0" dirty="0">
                <a:solidFill>
                  <a:srgbClr val="9198A1"/>
                </a:solidFill>
                <a:effectLst/>
                <a:latin typeface="-apple-system"/>
              </a:rPr>
              <a:t>Karlo </a:t>
            </a:r>
            <a:r>
              <a:rPr lang="hr-HR" b="0" i="0" dirty="0" err="1">
                <a:solidFill>
                  <a:srgbClr val="9198A1"/>
                </a:solidFill>
                <a:effectLst/>
                <a:latin typeface="-apple-system"/>
              </a:rPr>
              <a:t>Klauški</a:t>
            </a:r>
            <a:r>
              <a:rPr lang="hr-HR" b="0" i="0" dirty="0">
                <a:solidFill>
                  <a:srgbClr val="9198A1"/>
                </a:solidFill>
                <a:effectLst/>
                <a:latin typeface="-apple-system"/>
              </a:rPr>
              <a:t> - </a:t>
            </a:r>
            <a:r>
              <a:rPr lang="hr-HR" b="0" i="0" dirty="0" err="1">
                <a:solidFill>
                  <a:srgbClr val="9198A1"/>
                </a:solidFill>
                <a:effectLst/>
                <a:latin typeface="-apple-system"/>
              </a:rPr>
              <a:t>Frotend</a:t>
            </a:r>
            <a:endParaRPr lang="hr-HR" b="0" i="0" dirty="0">
              <a:solidFill>
                <a:srgbClr val="9198A1"/>
              </a:solidFill>
              <a:effectLst/>
              <a:latin typeface="-apple-system"/>
            </a:endParaRPr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8962215" cy="5843975"/>
          </a:xfrm>
        </p:spPr>
        <p:txBody>
          <a:bodyPr>
            <a:normAutofit lnSpcReduction="10000"/>
          </a:bodyPr>
          <a:lstStyle/>
          <a:p>
            <a:pPr lvl="0"/>
            <a:r>
              <a:rPr lang="hr-HR" sz="1800" b="0" i="0" dirty="0">
                <a:effectLst/>
                <a:latin typeface="-apple-system"/>
              </a:rPr>
              <a:t>Projektna aplikacija za online tečajeve kuhanja kroz video-lekcije na zahtjev i live radionice</a:t>
            </a:r>
          </a:p>
          <a:p>
            <a:r>
              <a:rPr lang="hr-HR" altLang="sr-Latn-RS" sz="2000" b="1" dirty="0"/>
              <a:t>Cilj: </a:t>
            </a:r>
            <a:endParaRPr lang="hr-HR" altLang="sr-Latn-RS" sz="2000" b="1" dirty="0">
              <a:latin typeface="Franklin Gothic Book"/>
            </a:endParaRPr>
          </a:p>
          <a:p>
            <a:pPr marL="486410" lvl="1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hr-HR" altLang="sr-Latn-RS" sz="1800">
                <a:latin typeface="-apple-system"/>
              </a:rPr>
              <a:t>I</a:t>
            </a:r>
            <a:r>
              <a:rPr lang="hr-HR" sz="1800" b="0" i="0">
                <a:effectLst/>
                <a:latin typeface="-apple-system"/>
              </a:rPr>
              <a:t>zraditi web aplikaciju koja nudi mogućnost korisnicima da polažu tečajeve </a:t>
            </a:r>
            <a:r>
              <a:rPr lang="hr-HR" sz="1800" b="0" i="0" dirty="0">
                <a:effectLst/>
                <a:latin typeface="-apple-system"/>
              </a:rPr>
              <a:t>kuhanja i dobiju certifikat o položenom tečaju. </a:t>
            </a:r>
            <a:endParaRPr lang="hr-HR" sz="1800">
              <a:latin typeface="Franklin Gothic Book" panose="020B0502020104020203"/>
            </a:endParaRPr>
          </a:p>
          <a:p>
            <a:pPr marL="486410" lvl="1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hr-HR" sz="1800" b="0" i="0">
                <a:effectLst/>
                <a:latin typeface="-apple-system"/>
              </a:rPr>
              <a:t>Tečajevi su izrađeni od modula koji su podijeljeni na lekcije. </a:t>
            </a:r>
            <a:endParaRPr lang="hr-HR" sz="1800">
              <a:latin typeface="Franklin Gothic Book" panose="020B0502020104020203"/>
            </a:endParaRPr>
          </a:p>
          <a:p>
            <a:pPr marL="486410" lvl="1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hr-HR" sz="1800" b="0" i="0">
                <a:effectLst/>
                <a:latin typeface="-apple-system"/>
              </a:rPr>
              <a:t>Svaka lekcija sadržava pisane korake, </a:t>
            </a:r>
            <a:r>
              <a:rPr lang="hr-HR" sz="1800" b="0" i="0" dirty="0">
                <a:effectLst/>
                <a:latin typeface="-apple-system"/>
              </a:rPr>
              <a:t>video lekciju, popis sastojka i zadatak pri kraju koji korisnik mora riješiti kako bi završio lekciju. </a:t>
            </a:r>
            <a:endParaRPr lang="hr-HR" sz="1800">
              <a:latin typeface="Franklin Gothic Book" panose="020B0502020104020203"/>
            </a:endParaRPr>
          </a:p>
          <a:p>
            <a:pPr marL="486410" lvl="1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hr-HR" sz="1800" b="0" i="0">
                <a:effectLst/>
                <a:latin typeface="-apple-system"/>
              </a:rPr>
              <a:t>Zadatak se sastoji od kviza ili se nudi korisniku da prilozi </a:t>
            </a:r>
            <a:r>
              <a:rPr lang="hr-HR" sz="1800" b="0" i="0" dirty="0">
                <a:effectLst/>
                <a:latin typeface="-apple-system"/>
              </a:rPr>
              <a:t>sliku/video gotovog jela kako bi se utvrdilo da je korisnik završio lekciju. </a:t>
            </a:r>
            <a:endParaRPr lang="hr-HR" sz="1800">
              <a:latin typeface="Franklin Gothic Book" panose="020B0502020104020203"/>
            </a:endParaRPr>
          </a:p>
          <a:p>
            <a:pPr marL="486410" lvl="1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hr-HR" sz="1800" b="0" i="0">
                <a:effectLst/>
                <a:latin typeface="-apple-system"/>
              </a:rPr>
              <a:t>Pri završetku lekcije korisnik ostavlja recenziju tečaja i instruktora. </a:t>
            </a:r>
            <a:endParaRPr lang="hr-HR" sz="1800">
              <a:latin typeface="Franklin Gothic Book" panose="020B0502020104020203"/>
            </a:endParaRPr>
          </a:p>
          <a:p>
            <a:pPr marL="486410" lvl="1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hr-HR" sz="1800" b="0" i="0">
                <a:effectLst/>
                <a:latin typeface="-apple-system"/>
              </a:rPr>
              <a:t>Instruktori su korisnici koji su </a:t>
            </a:r>
            <a:r>
              <a:rPr lang="hr-HR" sz="1800" b="0" i="0" dirty="0">
                <a:effectLst/>
                <a:latin typeface="-apple-system"/>
              </a:rPr>
              <a:t>priložili dokumentaciju ili certifikati koji dokazuje da su sposobno za biti instruktori na ovoj platformi. </a:t>
            </a:r>
            <a:endParaRPr lang="hr-HR" sz="1800">
              <a:latin typeface="Franklin Gothic Book" panose="020B0502020104020203"/>
            </a:endParaRPr>
          </a:p>
          <a:p>
            <a:pPr marL="486410" lvl="1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hr-HR" sz="1800" b="0" i="0">
                <a:effectLst/>
                <a:latin typeface="-apple-system"/>
              </a:rPr>
              <a:t>Svaki instruktor je ručno odobren od strane moderatora ili </a:t>
            </a:r>
            <a:r>
              <a:rPr lang="hr-HR" sz="1800" b="0" i="0" dirty="0">
                <a:effectLst/>
                <a:latin typeface="-apple-system"/>
              </a:rPr>
              <a:t>administratora.</a:t>
            </a:r>
            <a:endParaRPr lang="hr-HR" sz="1800"/>
          </a:p>
          <a:p>
            <a:pPr lvl="0"/>
            <a:r>
              <a:rPr lang="hr-HR" sz="1600" b="1" dirty="0"/>
              <a:t>Slične platforme:</a:t>
            </a:r>
          </a:p>
          <a:p>
            <a:pPr marL="486410" lvl="1" algn="l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r-HR" sz="1600" b="0" i="0" u="sng" dirty="0">
                <a:solidFill>
                  <a:srgbClr val="4493F8"/>
                </a:solidFill>
                <a:effectLst/>
                <a:latin typeface="-apple-system"/>
                <a:hlinkClick r:id="rId3"/>
              </a:rPr>
              <a:t>https://www.homemadecooking.com/</a:t>
            </a:r>
            <a:endParaRPr lang="hr-HR" sz="1600" b="0" i="0">
              <a:solidFill>
                <a:srgbClr val="F0F6FC"/>
              </a:solidFill>
              <a:effectLst/>
              <a:latin typeface="-apple-system"/>
            </a:endParaRPr>
          </a:p>
          <a:p>
            <a:pPr marL="486410" lvl="1" algn="l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hr-HR" sz="1600" b="0" i="0" u="sng" dirty="0">
                <a:solidFill>
                  <a:srgbClr val="4493F8"/>
                </a:solidFill>
                <a:effectLst/>
                <a:latin typeface="-apple-system"/>
                <a:hlinkClick r:id="rId4"/>
              </a:rPr>
              <a:t>https://onlineculinaryschool.net/</a:t>
            </a:r>
            <a:endParaRPr lang="hr-HR" sz="1600" b="0" i="0">
              <a:solidFill>
                <a:srgbClr val="F0F6FC"/>
              </a:solidFill>
              <a:effectLst/>
              <a:latin typeface="-apple-system"/>
            </a:endParaRPr>
          </a:p>
          <a:p>
            <a:pPr lvl="0"/>
            <a:endParaRPr lang="hr-HR" alt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0AE16-1A74-A694-73A9-0C7EFB7A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1E6C-CAAF-CBFB-4F63-BBD2C3043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Funkcijski zahtjevi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FABE0-8EBB-DCE3-0134-C2D7467A9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5</a:t>
            </a:fld>
            <a:endParaRPr lang="hr-HR" dirty="0"/>
          </a:p>
        </p:txBody>
      </p:sp>
      <p:graphicFrame>
        <p:nvGraphicFramePr>
          <p:cNvPr id="5" name="Tablica 5">
            <a:extLst>
              <a:ext uri="{FF2B5EF4-FFF2-40B4-BE49-F238E27FC236}">
                <a16:creationId xmlns:a16="http://schemas.microsoft.com/office/drawing/2014/main" id="{7E691745-4B99-6A70-AD09-7933B9E96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606181"/>
              </p:ext>
            </p:extLst>
          </p:nvPr>
        </p:nvGraphicFramePr>
        <p:xfrm>
          <a:off x="122801" y="859611"/>
          <a:ext cx="8903325" cy="5908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3705">
                  <a:extLst>
                    <a:ext uri="{9D8B030D-6E8A-4147-A177-3AD203B41FA5}">
                      <a16:colId xmlns:a16="http://schemas.microsoft.com/office/drawing/2014/main" val="1145287896"/>
                    </a:ext>
                  </a:extLst>
                </a:gridCol>
                <a:gridCol w="6469620">
                  <a:extLst>
                    <a:ext uri="{9D8B030D-6E8A-4147-A177-3AD203B41FA5}">
                      <a16:colId xmlns:a16="http://schemas.microsoft.com/office/drawing/2014/main" val="4139089445"/>
                    </a:ext>
                  </a:extLst>
                </a:gridCol>
              </a:tblGrid>
              <a:tr h="333070">
                <a:tc>
                  <a:txBody>
                    <a:bodyPr/>
                    <a:lstStyle/>
                    <a:p>
                      <a:r>
                        <a:rPr lang="hr-HR" sz="1600" dirty="0"/>
                        <a:t>ID zahtjeva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dirty="0"/>
                        <a:t>Opis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0607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F-001</a:t>
                      </a:r>
                      <a:endParaRPr lang="hr-H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Sustav omogućuje korisnicima kreiranje računa pomoću e-mail adrese. </a:t>
                      </a:r>
                      <a:endParaRPr lang="hr-H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852325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algn="ctr"/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F-002</a:t>
                      </a:r>
                      <a:endParaRPr lang="hr-H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Pregled tečaja i njegovih modula/lekcija</a:t>
                      </a:r>
                      <a:endParaRPr lang="hr-H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773363"/>
                  </a:ext>
                </a:extLst>
              </a:tr>
              <a:tr h="376046">
                <a:tc>
                  <a:txBody>
                    <a:bodyPr/>
                    <a:lstStyle/>
                    <a:p>
                      <a:pPr algn="ctr"/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F-003</a:t>
                      </a:r>
                      <a:endParaRPr lang="hr-H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Upis tečaja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111452"/>
                  </a:ext>
                </a:extLst>
              </a:tr>
              <a:tr h="333070">
                <a:tc>
                  <a:txBody>
                    <a:bodyPr/>
                    <a:lstStyle/>
                    <a:p>
                      <a:pPr algn="ctr"/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F-004</a:t>
                      </a:r>
                      <a:endParaRPr lang="hr-H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Pregled informacija o instruktoru</a:t>
                      </a:r>
                      <a:endParaRPr lang="hr-H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153365"/>
                  </a:ext>
                </a:extLst>
              </a:tr>
              <a:tr h="365302">
                <a:tc>
                  <a:txBody>
                    <a:bodyPr/>
                    <a:lstStyle/>
                    <a:p>
                      <a:pPr algn="ctr"/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F-005</a:t>
                      </a:r>
                      <a:endParaRPr lang="hr-H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Praćenje napretka tečajeva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275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F-006</a:t>
                      </a:r>
                      <a:endParaRPr lang="hr-H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Postavljanje preferenca korisnika</a:t>
                      </a:r>
                      <a:endParaRPr lang="hr-H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30597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F-007</a:t>
                      </a:r>
                      <a:endParaRPr lang="hr-H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dirty="0">
                          <a:effectLst/>
                        </a:rPr>
                        <a:t>Notifikacije korisnika o rokovima/novim lekcijama/radionicama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759633854"/>
                  </a:ext>
                </a:extLst>
              </a:tr>
              <a:tr h="311582">
                <a:tc>
                  <a:txBody>
                    <a:bodyPr/>
                    <a:lstStyle/>
                    <a:p>
                      <a:pPr algn="ctr"/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F-008</a:t>
                      </a:r>
                      <a:endParaRPr lang="hr-H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dirty="0">
                          <a:effectLst/>
                        </a:rPr>
                        <a:t>Recenzija tečaja pri završetku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000247652"/>
                  </a:ext>
                </a:extLst>
              </a:tr>
              <a:tr h="365302">
                <a:tc>
                  <a:txBody>
                    <a:bodyPr/>
                    <a:lstStyle/>
                    <a:p>
                      <a:pPr algn="ctr"/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F-009</a:t>
                      </a:r>
                      <a:endParaRPr lang="hr-H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Dobivanje statusa instruktora</a:t>
                      </a:r>
                      <a:endParaRPr lang="hr-HR" sz="16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818517411"/>
                  </a:ext>
                </a:extLst>
              </a:tr>
              <a:tr h="322326">
                <a:tc>
                  <a:txBody>
                    <a:bodyPr/>
                    <a:lstStyle/>
                    <a:p>
                      <a:pPr algn="ctr"/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F-010</a:t>
                      </a:r>
                      <a:endParaRPr lang="hr-H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Stvaranje novog tečaja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832354656"/>
                  </a:ext>
                </a:extLst>
              </a:tr>
              <a:tr h="397535">
                <a:tc>
                  <a:txBody>
                    <a:bodyPr/>
                    <a:lstStyle/>
                    <a:p>
                      <a:pPr algn="ctr"/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F-011</a:t>
                      </a:r>
                      <a:endParaRPr lang="hr-H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Stvaranje radionice</a:t>
                      </a:r>
                      <a:endParaRPr lang="hr-HR" sz="16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40453375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F-012</a:t>
                      </a:r>
                      <a:endParaRPr lang="hr-H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Korisnik može prijaviti neprimjereni sadržaj u komentarima ili sadržaju lekcije</a:t>
                      </a:r>
                      <a:endParaRPr lang="hr-HR" sz="16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78536148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F-013</a:t>
                      </a:r>
                      <a:endParaRPr lang="hr-H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Administratorska ploča</a:t>
                      </a:r>
                      <a:endParaRPr lang="hr-HR" sz="16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62194216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hr-HR" sz="1600" dirty="0"/>
                        <a:t>F-014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Logs</a:t>
                      </a:r>
                      <a:endParaRPr lang="hr-HR" sz="160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408888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96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Nefunkcijski</a:t>
            </a:r>
            <a:r>
              <a:rPr lang="hr-HR" dirty="0"/>
              <a:t> zahtjevi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  <p:graphicFrame>
        <p:nvGraphicFramePr>
          <p:cNvPr id="7" name="Tablica 7">
            <a:extLst>
              <a:ext uri="{FF2B5EF4-FFF2-40B4-BE49-F238E27FC236}">
                <a16:creationId xmlns:a16="http://schemas.microsoft.com/office/drawing/2014/main" id="{47F5749D-1926-486A-BA93-319EFDB5B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68986"/>
              </p:ext>
            </p:extLst>
          </p:nvPr>
        </p:nvGraphicFramePr>
        <p:xfrm>
          <a:off x="224429" y="974305"/>
          <a:ext cx="8679671" cy="2303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148">
                  <a:extLst>
                    <a:ext uri="{9D8B030D-6E8A-4147-A177-3AD203B41FA5}">
                      <a16:colId xmlns:a16="http://schemas.microsoft.com/office/drawing/2014/main" val="3309300174"/>
                    </a:ext>
                  </a:extLst>
                </a:gridCol>
                <a:gridCol w="6992523">
                  <a:extLst>
                    <a:ext uri="{9D8B030D-6E8A-4147-A177-3AD203B41FA5}">
                      <a16:colId xmlns:a16="http://schemas.microsoft.com/office/drawing/2014/main" val="366767359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hr-HR" dirty="0"/>
                        <a:t>Zahtjev za održavanje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Opis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963289"/>
                  </a:ext>
                </a:extLst>
              </a:tr>
              <a:tr h="258396">
                <a:tc>
                  <a:txBody>
                    <a:bodyPr/>
                    <a:lstStyle/>
                    <a:p>
                      <a:pPr algn="ctr"/>
                      <a:r>
                        <a:rPr lang="hr-HR" sz="1500" dirty="0"/>
                        <a:t>ZO-1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Sustav treba biti oblikovan tako da je modularan i omogućuje jednostavno održavanje (2 monolitha).</a:t>
                      </a:r>
                      <a:endParaRPr lang="hr-HR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444174"/>
                  </a:ext>
                </a:extLst>
              </a:tr>
              <a:tr h="258396">
                <a:tc>
                  <a:txBody>
                    <a:bodyPr/>
                    <a:lstStyle/>
                    <a:p>
                      <a:pPr algn="ctr"/>
                      <a:r>
                        <a:rPr lang="hr-HR" sz="1500" dirty="0"/>
                        <a:t>ZO-2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500" dirty="0">
                          <a:effectLst/>
                        </a:rPr>
                        <a:t>Sustav treba biti dokumentiran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712110760"/>
                  </a:ext>
                </a:extLst>
              </a:tr>
              <a:tr h="258396">
                <a:tc>
                  <a:txBody>
                    <a:bodyPr/>
                    <a:lstStyle/>
                    <a:p>
                      <a:pPr algn="ctr"/>
                      <a:r>
                        <a:rPr lang="hr-HR" sz="1500" dirty="0"/>
                        <a:t>ZO-3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Sustav treba biti lako pokrenut kako bi se bez problema izvršile promjene (automatizacija sa Makefile)</a:t>
                      </a:r>
                      <a:endParaRPr lang="hr-HR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65166"/>
                  </a:ext>
                </a:extLst>
              </a:tr>
              <a:tr h="258396">
                <a:tc>
                  <a:txBody>
                    <a:bodyPr/>
                    <a:lstStyle/>
                    <a:p>
                      <a:pPr algn="ctr"/>
                      <a:r>
                        <a:rPr lang="hr-HR" sz="1500" dirty="0"/>
                        <a:t>ZO-4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Kod aplikacije je napisan modularan i segregiran kako bi se lako nadogradio</a:t>
                      </a:r>
                      <a:endParaRPr lang="hr-HR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400295"/>
                  </a:ext>
                </a:extLst>
              </a:tr>
              <a:tr h="253573">
                <a:tc>
                  <a:txBody>
                    <a:bodyPr/>
                    <a:lstStyle/>
                    <a:p>
                      <a:pPr algn="ctr"/>
                      <a:r>
                        <a:rPr lang="hr-HR" sz="1500" dirty="0"/>
                        <a:t>ZO-5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500" dirty="0">
                          <a:effectLst/>
                        </a:rPr>
                        <a:t>Kritične funkcije moraju zadržavati unit testove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363702567"/>
                  </a:ext>
                </a:extLst>
              </a:tr>
            </a:tbl>
          </a:graphicData>
        </a:graphic>
      </p:graphicFrame>
      <p:graphicFrame>
        <p:nvGraphicFramePr>
          <p:cNvPr id="9" name="Tablica 9">
            <a:extLst>
              <a:ext uri="{FF2B5EF4-FFF2-40B4-BE49-F238E27FC236}">
                <a16:creationId xmlns:a16="http://schemas.microsoft.com/office/drawing/2014/main" id="{DD46F70C-BA39-4211-9E0A-7E8E54772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554891"/>
              </p:ext>
            </p:extLst>
          </p:nvPr>
        </p:nvGraphicFramePr>
        <p:xfrm>
          <a:off x="224427" y="5742982"/>
          <a:ext cx="8718031" cy="1006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606">
                  <a:extLst>
                    <a:ext uri="{9D8B030D-6E8A-4147-A177-3AD203B41FA5}">
                      <a16:colId xmlns:a16="http://schemas.microsoft.com/office/drawing/2014/main" val="943058545"/>
                    </a:ext>
                  </a:extLst>
                </a:gridCol>
                <a:gridCol w="7023425">
                  <a:extLst>
                    <a:ext uri="{9D8B030D-6E8A-4147-A177-3AD203B41FA5}">
                      <a16:colId xmlns:a16="http://schemas.microsoft.com/office/drawing/2014/main" val="1797099246"/>
                    </a:ext>
                  </a:extLst>
                </a:gridCol>
              </a:tblGrid>
              <a:tr h="2746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hr-HR" dirty="0"/>
                        <a:t>Zahtjev za skalabilnost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Opis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990306"/>
                  </a:ext>
                </a:extLst>
              </a:tr>
              <a:tr h="366137">
                <a:tc>
                  <a:txBody>
                    <a:bodyPr/>
                    <a:lstStyle/>
                    <a:p>
                      <a:r>
                        <a:rPr lang="hr-HR" sz="1500" dirty="0"/>
                        <a:t>ZS-0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Sustav mora prvenstveno raditi</a:t>
                      </a:r>
                      <a:endParaRPr lang="hr-HR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752729"/>
                  </a:ext>
                </a:extLst>
              </a:tr>
              <a:tr h="366137">
                <a:tc>
                  <a:txBody>
                    <a:bodyPr/>
                    <a:lstStyle/>
                    <a:p>
                      <a:r>
                        <a:rPr lang="hr-HR" sz="1500" dirty="0"/>
                        <a:t>ZS-1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Sustav mora imati dovoljno prostora za sadrzaj lekcija</a:t>
                      </a:r>
                      <a:endParaRPr lang="hr-HR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87933"/>
                  </a:ext>
                </a:extLst>
              </a:tr>
            </a:tbl>
          </a:graphicData>
        </a:graphic>
      </p:graphicFrame>
      <p:graphicFrame>
        <p:nvGraphicFramePr>
          <p:cNvPr id="11" name="Tablica 11">
            <a:extLst>
              <a:ext uri="{FF2B5EF4-FFF2-40B4-BE49-F238E27FC236}">
                <a16:creationId xmlns:a16="http://schemas.microsoft.com/office/drawing/2014/main" id="{6F13F16B-16E9-4354-9BFD-5D72463AA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471850"/>
              </p:ext>
            </p:extLst>
          </p:nvPr>
        </p:nvGraphicFramePr>
        <p:xfrm>
          <a:off x="224430" y="3510076"/>
          <a:ext cx="8659092" cy="1983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761">
                  <a:extLst>
                    <a:ext uri="{9D8B030D-6E8A-4147-A177-3AD203B41FA5}">
                      <a16:colId xmlns:a16="http://schemas.microsoft.com/office/drawing/2014/main" val="2442370683"/>
                    </a:ext>
                  </a:extLst>
                </a:gridCol>
                <a:gridCol w="6871331">
                  <a:extLst>
                    <a:ext uri="{9D8B030D-6E8A-4147-A177-3AD203B41FA5}">
                      <a16:colId xmlns:a16="http://schemas.microsoft.com/office/drawing/2014/main" val="2694094358"/>
                    </a:ext>
                  </a:extLst>
                </a:gridCol>
              </a:tblGrid>
              <a:tr h="22689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hr-HR" dirty="0"/>
                        <a:t>Zahtjev za sigurnost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Opis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824015"/>
                  </a:ext>
                </a:extLst>
              </a:tr>
              <a:tr h="226897">
                <a:tc>
                  <a:txBody>
                    <a:bodyPr/>
                    <a:lstStyle/>
                    <a:p>
                      <a:r>
                        <a:rPr lang="hr-HR" sz="1500" dirty="0"/>
                        <a:t>ZSG-1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Svaki sadržaj koji korisnik objavljuje mora biti </a:t>
                      </a:r>
                      <a:r>
                        <a:rPr lang="hr-HR" sz="1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sanitiziran</a:t>
                      </a:r>
                      <a:r>
                        <a:rPr lang="hr-HR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prije ulaska u bazu (WAF ili na </a:t>
                      </a:r>
                      <a:r>
                        <a:rPr lang="hr-HR" sz="1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backendu</a:t>
                      </a:r>
                      <a:r>
                        <a:rPr lang="hr-HR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kako bi spriječili XSS, SQL ili HTML </a:t>
                      </a:r>
                      <a:r>
                        <a:rPr lang="hr-HR" sz="1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Injection</a:t>
                      </a:r>
                      <a:endParaRPr lang="hr-HR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872487"/>
                  </a:ext>
                </a:extLst>
              </a:tr>
              <a:tr h="226897">
                <a:tc>
                  <a:txBody>
                    <a:bodyPr/>
                    <a:lstStyle/>
                    <a:p>
                      <a:r>
                        <a:rPr lang="hr-HR" sz="1500" dirty="0"/>
                        <a:t>ZSG-2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Koristiti sigurne HTTP </a:t>
                      </a:r>
                      <a:r>
                        <a:rPr lang="hr-HR" sz="1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headere</a:t>
                      </a:r>
                      <a:r>
                        <a:rPr lang="hr-HR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koji onemogućuju korištenje stranice u </a:t>
                      </a:r>
                      <a:r>
                        <a:rPr lang="hr-HR" sz="1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iframe</a:t>
                      </a:r>
                      <a:endParaRPr lang="hr-HR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333093"/>
                  </a:ext>
                </a:extLst>
              </a:tr>
              <a:tr h="226897">
                <a:tc>
                  <a:txBody>
                    <a:bodyPr/>
                    <a:lstStyle/>
                    <a:p>
                      <a:r>
                        <a:rPr lang="hr-HR" sz="1500" dirty="0"/>
                        <a:t>ZSG-3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500" dirty="0">
                          <a:effectLst/>
                        </a:rPr>
                        <a:t>Koristiti sigurne prakse za JWS kako napadač ne bi lažirao JWT token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258502484"/>
                  </a:ext>
                </a:extLst>
              </a:tr>
              <a:tr h="226897">
                <a:tc>
                  <a:txBody>
                    <a:bodyPr/>
                    <a:lstStyle/>
                    <a:p>
                      <a:r>
                        <a:rPr lang="hr-HR" sz="1500" dirty="0"/>
                        <a:t>ZSG-4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Pravilno postaviti Access Controls pri svakoj ulozi, pristup najmanje ovlasti i privilegije</a:t>
                      </a:r>
                      <a:endParaRPr lang="hr-HR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117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7AF82-6E85-0386-F533-20DB8991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dirty="0">
                <a:solidFill>
                  <a:srgbClr val="404040"/>
                </a:solidFill>
                <a:ea typeface="+mj-lt"/>
                <a:cs typeface="+mj-lt"/>
              </a:rPr>
              <a:t>Dijagram obrasca uporabe anonimnog korisnika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F840F-4E14-03F1-E32E-6C6ECEDD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/>
          </a:p>
        </p:txBody>
      </p:sp>
      <p:pic>
        <p:nvPicPr>
          <p:cNvPr id="5" name="Picture 4" descr="Slika na kojoj se prikazuje tekst, dijagram, crta, Font&#10;&#10;Opis je automatski generiran">
            <a:extLst>
              <a:ext uri="{FF2B5EF4-FFF2-40B4-BE49-F238E27FC236}">
                <a16:creationId xmlns:a16="http://schemas.microsoft.com/office/drawing/2014/main" id="{907D690A-C56D-1D8D-1C94-F968AFDA4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510" y="921642"/>
            <a:ext cx="5150427" cy="588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02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C27E5-74FA-CC36-BEBF-46A5AA4FE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5CEDA-C942-A446-7994-1C48EAAB2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>
                <a:solidFill>
                  <a:srgbClr val="404040"/>
                </a:solidFill>
                <a:ea typeface="+mj-lt"/>
                <a:cs typeface="+mj-lt"/>
              </a:rPr>
              <a:t>Dijagram obrasca uporabe polaznika 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29F6A-82DD-3FC4-9E15-8DDC443C1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/>
          </a:p>
        </p:txBody>
      </p:sp>
      <p:pic>
        <p:nvPicPr>
          <p:cNvPr id="3" name="Picture 2" descr="Slika na kojoj se prikazuje dijagram, crta, tekst&#10;&#10;Opis je automatski generiran">
            <a:extLst>
              <a:ext uri="{FF2B5EF4-FFF2-40B4-BE49-F238E27FC236}">
                <a16:creationId xmlns:a16="http://schemas.microsoft.com/office/drawing/2014/main" id="{9CF18767-DB8C-43EF-8368-EBFDCE952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528" y="969109"/>
            <a:ext cx="5816390" cy="589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303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36EA8-87DE-D20E-D460-D45692674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34D88-BD21-A5D4-1706-C71B8728C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>
                <a:solidFill>
                  <a:srgbClr val="404040"/>
                </a:solidFill>
                <a:ea typeface="+mj-lt"/>
                <a:cs typeface="+mj-lt"/>
              </a:rPr>
              <a:t>Višerazinski dijagram cijelog sustava 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FB300-9786-312C-7100-903E186F5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/>
          </a:p>
        </p:txBody>
      </p:sp>
      <p:pic>
        <p:nvPicPr>
          <p:cNvPr id="5" name="Picture 4" descr="Slika na kojoj se prikazuje tekst, crtež, dijagram, skeč&#10;&#10;Opis je automatski generiran">
            <a:extLst>
              <a:ext uri="{FF2B5EF4-FFF2-40B4-BE49-F238E27FC236}">
                <a16:creationId xmlns:a16="http://schemas.microsoft.com/office/drawing/2014/main" id="{528480B9-8470-FDB9-B41A-60D252ABC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385" y="996268"/>
            <a:ext cx="3248025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020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Dijagram arhitekture – komponente:</a:t>
            </a:r>
            <a:endParaRPr lang="hr-HR" i="1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  <p:pic>
        <p:nvPicPr>
          <p:cNvPr id="6" name="Slika 5" descr="Slika na kojoj se prikazuje tekst, dijagram, Plan, karta&#10;&#10;Opis je automatski generiran">
            <a:extLst>
              <a:ext uri="{FF2B5EF4-FFF2-40B4-BE49-F238E27FC236}">
                <a16:creationId xmlns:a16="http://schemas.microsoft.com/office/drawing/2014/main" id="{75AACBCC-ADE6-4C2A-892A-1CD984E58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03" y="1465811"/>
            <a:ext cx="8750277" cy="483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6357376" cy="513900"/>
          </a:xfrm>
        </p:spPr>
        <p:txBody>
          <a:bodyPr>
            <a:normAutofit lnSpcReduction="10000"/>
          </a:bodyPr>
          <a:lstStyle/>
          <a:p>
            <a:r>
              <a:rPr lang="hr-HR" noProof="0" dirty="0"/>
              <a:t>Ispitivanje komponenti: </a:t>
            </a:r>
            <a:r>
              <a:rPr lang="hr-HR" noProof="0" dirty="0" err="1"/>
              <a:t>JUnit</a:t>
            </a:r>
            <a:r>
              <a:rPr lang="hr-HR" noProof="0" dirty="0"/>
              <a:t> </a:t>
            </a:r>
            <a:r>
              <a:rPr lang="hr-HR" noProof="0" dirty="0" err="1"/>
              <a:t>tests</a:t>
            </a:r>
            <a:endParaRPr lang="hr-HR" noProof="0" dirty="0"/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  <p:pic>
        <p:nvPicPr>
          <p:cNvPr id="7" name="Slika 6" descr="Slika na kojoj se prikazuje tekst, snimka zaslona, softver, Multimedijski softver&#10;&#10;Opis je automatski generiran">
            <a:extLst>
              <a:ext uri="{FF2B5EF4-FFF2-40B4-BE49-F238E27FC236}">
                <a16:creationId xmlns:a16="http://schemas.microsoft.com/office/drawing/2014/main" id="{EF84CBA5-0537-4C54-ADC8-070BCA9EF5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37"/>
          <a:stretch/>
        </p:blipFill>
        <p:spPr>
          <a:xfrm>
            <a:off x="148066" y="1495425"/>
            <a:ext cx="8847867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96A467-BA77-40DA-81CC-257C9C405172}"/>
              </a:ext>
            </a:extLst>
          </p:cNvPr>
          <p:cNvSpPr txBox="1">
            <a:spLocks/>
          </p:cNvSpPr>
          <p:nvPr/>
        </p:nvSpPr>
        <p:spPr>
          <a:xfrm>
            <a:off x="119624" y="968250"/>
            <a:ext cx="6357376" cy="5139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lnSpcReduction="10000"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Ispitivanje sustava: </a:t>
            </a:r>
            <a:r>
              <a:rPr lang="hr-HR" dirty="0" err="1"/>
              <a:t>Cypress</a:t>
            </a:r>
            <a:endParaRPr lang="hr-HR" dirty="0"/>
          </a:p>
          <a:p>
            <a:pPr marL="0" indent="0">
              <a:buFont typeface="Wingdings 2" panose="05020102010507070707" pitchFamily="18" charset="2"/>
              <a:buNone/>
            </a:pPr>
            <a:endParaRPr lang="hr-HR" dirty="0"/>
          </a:p>
        </p:txBody>
      </p:sp>
      <p:sp>
        <p:nvSpPr>
          <p:cNvPr id="8" name="AutoShape 2" descr="image">
            <a:extLst>
              <a:ext uri="{FF2B5EF4-FFF2-40B4-BE49-F238E27FC236}">
                <a16:creationId xmlns:a16="http://schemas.microsoft.com/office/drawing/2014/main" id="{3DA9AD42-B2A8-417C-BD45-054B2F4637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3343275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  <p:pic>
        <p:nvPicPr>
          <p:cNvPr id="10" name="Slika 9" descr="Slika na kojoj se prikazuje tekst, snimka zaslona, Multimedijski softver, softver&#10;&#10;Opis je automatski generiran">
            <a:extLst>
              <a:ext uri="{FF2B5EF4-FFF2-40B4-BE49-F238E27FC236}">
                <a16:creationId xmlns:a16="http://schemas.microsoft.com/office/drawing/2014/main" id="{16E6B1B6-409C-41B7-B573-9BD7CFE67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6767"/>
            <a:ext cx="9144000" cy="430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31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Popis programskih jezika i radnih okvira:</a:t>
            </a:r>
          </a:p>
          <a:p>
            <a:pPr algn="l">
              <a:buFont typeface="+mj-lt"/>
              <a:buAutoNum type="arabicPeriod"/>
            </a:pPr>
            <a:r>
              <a:rPr lang="hr-HR" sz="1800" b="1" i="0" dirty="0">
                <a:effectLst/>
                <a:latin typeface="-apple-system"/>
              </a:rPr>
              <a:t>Programski jezici:</a:t>
            </a:r>
            <a:r>
              <a:rPr lang="hr-HR" sz="1800" dirty="0">
                <a:latin typeface="-apple-system"/>
              </a:rPr>
              <a:t> </a:t>
            </a:r>
            <a:r>
              <a:rPr lang="hr-HR" sz="1800" b="0" i="0" dirty="0">
                <a:effectLst/>
                <a:latin typeface="-apple-system"/>
              </a:rPr>
              <a:t>Java (21), JavaScript (ES2022+), </a:t>
            </a:r>
            <a:r>
              <a:rPr lang="hr-HR" sz="1800" b="0" i="0" dirty="0" err="1">
                <a:effectLst/>
                <a:latin typeface="-apple-system"/>
              </a:rPr>
              <a:t>TypeScript</a:t>
            </a:r>
            <a:r>
              <a:rPr lang="hr-HR" sz="1800" b="0" i="0" dirty="0">
                <a:effectLst/>
                <a:latin typeface="-apple-system"/>
              </a:rPr>
              <a:t> (5.9.2), SQL </a:t>
            </a:r>
          </a:p>
          <a:p>
            <a:pPr algn="l">
              <a:buFont typeface="+mj-lt"/>
              <a:buAutoNum type="arabicPeriod" startAt="2"/>
            </a:pPr>
            <a:r>
              <a:rPr lang="hr-HR" sz="1800" b="1" i="0" dirty="0">
                <a:effectLst/>
                <a:latin typeface="-apple-system"/>
              </a:rPr>
              <a:t>Radni okviri i biblioteke: </a:t>
            </a:r>
            <a:r>
              <a:rPr lang="hr-HR" sz="1800" b="0" i="0" dirty="0" err="1">
                <a:effectLst/>
                <a:latin typeface="-apple-system"/>
              </a:rPr>
              <a:t>Spring</a:t>
            </a:r>
            <a:r>
              <a:rPr lang="hr-HR" sz="1800" b="0" i="0" dirty="0">
                <a:effectLst/>
                <a:latin typeface="-apple-system"/>
              </a:rPr>
              <a:t> </a:t>
            </a:r>
            <a:r>
              <a:rPr lang="hr-HR" sz="1800" b="0" i="0" dirty="0" err="1">
                <a:effectLst/>
                <a:latin typeface="-apple-system"/>
              </a:rPr>
              <a:t>Boot</a:t>
            </a:r>
            <a:r>
              <a:rPr lang="hr-HR" sz="1800" b="0" i="0" dirty="0">
                <a:effectLst/>
                <a:latin typeface="-apple-system"/>
              </a:rPr>
              <a:t> 3.5.6, </a:t>
            </a:r>
            <a:r>
              <a:rPr lang="hr-HR" sz="1800" b="0" i="0" dirty="0" err="1">
                <a:effectLst/>
                <a:latin typeface="-apple-system"/>
              </a:rPr>
              <a:t>Spring</a:t>
            </a:r>
            <a:r>
              <a:rPr lang="hr-HR" sz="1800" b="0" i="0" dirty="0">
                <a:effectLst/>
                <a:latin typeface="-apple-system"/>
              </a:rPr>
              <a:t> Data JPA, </a:t>
            </a:r>
            <a:r>
              <a:rPr lang="hr-HR" sz="1800" b="0" i="0" dirty="0" err="1">
                <a:effectLst/>
                <a:latin typeface="-apple-system"/>
              </a:rPr>
              <a:t>Spring</a:t>
            </a:r>
            <a:r>
              <a:rPr lang="hr-HR" sz="1800" b="0" i="0" dirty="0">
                <a:effectLst/>
                <a:latin typeface="-apple-system"/>
              </a:rPr>
              <a:t> Security, JWT, </a:t>
            </a:r>
            <a:r>
              <a:rPr lang="hr-HR" sz="1800" b="0" i="0" dirty="0" err="1">
                <a:effectLst/>
                <a:latin typeface="-apple-system"/>
              </a:rPr>
              <a:t>React</a:t>
            </a:r>
            <a:r>
              <a:rPr lang="hr-HR" sz="1800" b="0" i="0" dirty="0">
                <a:effectLst/>
                <a:latin typeface="-apple-system"/>
              </a:rPr>
              <a:t>, </a:t>
            </a:r>
            <a:r>
              <a:rPr lang="hr-HR" sz="1800" b="0" i="0" dirty="0" err="1">
                <a:effectLst/>
                <a:latin typeface="-apple-system"/>
              </a:rPr>
              <a:t>React</a:t>
            </a:r>
            <a:r>
              <a:rPr lang="hr-HR" sz="1800" b="0" i="0" dirty="0">
                <a:effectLst/>
                <a:latin typeface="-apple-system"/>
              </a:rPr>
              <a:t> </a:t>
            </a:r>
            <a:r>
              <a:rPr lang="hr-HR" sz="1800" b="0" i="0" dirty="0" err="1">
                <a:effectLst/>
                <a:latin typeface="-apple-system"/>
              </a:rPr>
              <a:t>Router</a:t>
            </a:r>
            <a:r>
              <a:rPr lang="hr-HR" sz="1800" b="0" i="0" dirty="0">
                <a:effectLst/>
                <a:latin typeface="-apple-system"/>
              </a:rPr>
              <a:t>, Node.js, </a:t>
            </a:r>
            <a:r>
              <a:rPr lang="hr-HR" sz="1800" b="0" i="0" dirty="0" err="1">
                <a:effectLst/>
                <a:latin typeface="-apple-system"/>
              </a:rPr>
              <a:t>Tailwind</a:t>
            </a:r>
            <a:r>
              <a:rPr lang="hr-HR" sz="1800" b="0" i="0" dirty="0">
                <a:effectLst/>
                <a:latin typeface="-apple-system"/>
              </a:rPr>
              <a:t> CSS, Vite</a:t>
            </a:r>
          </a:p>
          <a:p>
            <a:pPr algn="l">
              <a:buFont typeface="+mj-lt"/>
              <a:buAutoNum type="arabicPeriod" startAt="2"/>
            </a:pPr>
            <a:r>
              <a:rPr lang="hr-HR" sz="1800" b="1" dirty="0">
                <a:latin typeface="-apple-system"/>
              </a:rPr>
              <a:t>Baza podataka</a:t>
            </a:r>
            <a:r>
              <a:rPr lang="hr-HR" sz="1800" dirty="0">
                <a:latin typeface="-apple-system"/>
              </a:rPr>
              <a:t>: PostgreSQL </a:t>
            </a:r>
          </a:p>
          <a:p>
            <a:pPr algn="l">
              <a:buFont typeface="+mj-lt"/>
              <a:buAutoNum type="arabicPeriod" startAt="2"/>
            </a:pPr>
            <a:r>
              <a:rPr lang="hr-HR" sz="1800" b="1" i="0" dirty="0">
                <a:effectLst/>
                <a:latin typeface="-apple-system"/>
              </a:rPr>
              <a:t>Razvojni alati</a:t>
            </a:r>
            <a:r>
              <a:rPr lang="hr-HR" sz="1800" i="0" dirty="0">
                <a:effectLst/>
                <a:latin typeface="-apple-system"/>
              </a:rPr>
              <a:t>: VS </a:t>
            </a:r>
            <a:r>
              <a:rPr lang="hr-HR" sz="1800" i="0" dirty="0" err="1">
                <a:effectLst/>
                <a:latin typeface="-apple-system"/>
              </a:rPr>
              <a:t>Code</a:t>
            </a:r>
            <a:r>
              <a:rPr lang="hr-HR" sz="1800" i="0" dirty="0">
                <a:effectLst/>
                <a:latin typeface="-apple-system"/>
              </a:rPr>
              <a:t>, </a:t>
            </a:r>
            <a:r>
              <a:rPr lang="hr-HR" sz="1800" i="0" dirty="0" err="1">
                <a:effectLst/>
                <a:latin typeface="-apple-system"/>
              </a:rPr>
              <a:t>IntelJ</a:t>
            </a:r>
            <a:r>
              <a:rPr lang="hr-HR" sz="1800" i="0" dirty="0">
                <a:effectLst/>
                <a:latin typeface="-apple-system"/>
              </a:rPr>
              <a:t> IDEA, </a:t>
            </a:r>
            <a:r>
              <a:rPr lang="hr-HR" sz="1800" i="0" dirty="0" err="1">
                <a:effectLst/>
                <a:latin typeface="-apple-system"/>
              </a:rPr>
              <a:t>Git</a:t>
            </a:r>
            <a:r>
              <a:rPr lang="hr-HR" sz="1800" i="0" dirty="0">
                <a:effectLst/>
                <a:latin typeface="-apple-system"/>
              </a:rPr>
              <a:t>, Apache </a:t>
            </a:r>
            <a:r>
              <a:rPr lang="hr-HR" sz="1800" i="0" dirty="0" err="1">
                <a:effectLst/>
                <a:latin typeface="-apple-system"/>
              </a:rPr>
              <a:t>Maven</a:t>
            </a:r>
            <a:r>
              <a:rPr lang="hr-HR" sz="1800" i="0" dirty="0">
                <a:effectLst/>
                <a:latin typeface="-apple-system"/>
              </a:rPr>
              <a:t>, </a:t>
            </a:r>
            <a:r>
              <a:rPr lang="hr-HR" sz="1800" i="0" dirty="0" err="1">
                <a:effectLst/>
                <a:latin typeface="-apple-system"/>
              </a:rPr>
              <a:t>Node</a:t>
            </a:r>
            <a:r>
              <a:rPr lang="hr-HR" sz="1800" i="0" dirty="0">
                <a:effectLst/>
                <a:latin typeface="-apple-system"/>
              </a:rPr>
              <a:t> </a:t>
            </a:r>
            <a:r>
              <a:rPr lang="hr-HR" sz="1800" i="0" dirty="0" err="1">
                <a:effectLst/>
                <a:latin typeface="-apple-system"/>
              </a:rPr>
              <a:t>Package</a:t>
            </a:r>
            <a:r>
              <a:rPr lang="hr-HR" sz="1800" i="0" dirty="0">
                <a:effectLst/>
                <a:latin typeface="-apple-system"/>
              </a:rPr>
              <a:t> Manager, </a:t>
            </a:r>
            <a:r>
              <a:rPr lang="hr-HR" sz="1800" i="0" dirty="0" err="1">
                <a:effectLst/>
                <a:latin typeface="-apple-system"/>
              </a:rPr>
              <a:t>Postman</a:t>
            </a:r>
            <a:r>
              <a:rPr lang="hr-HR" sz="1800" i="0" dirty="0">
                <a:effectLst/>
                <a:latin typeface="-apple-system"/>
              </a:rPr>
              <a:t>, </a:t>
            </a:r>
            <a:r>
              <a:rPr lang="hr-HR" sz="1800" i="0" dirty="0" err="1">
                <a:effectLst/>
                <a:latin typeface="-apple-system"/>
              </a:rPr>
              <a:t>pgamin</a:t>
            </a:r>
            <a:r>
              <a:rPr lang="hr-HR" sz="1800" i="0" dirty="0">
                <a:effectLst/>
                <a:latin typeface="-apple-system"/>
              </a:rPr>
              <a:t>, </a:t>
            </a:r>
            <a:r>
              <a:rPr lang="hr-HR" sz="1800" i="0" dirty="0" err="1">
                <a:effectLst/>
                <a:latin typeface="-apple-system"/>
              </a:rPr>
              <a:t>Dbeaver</a:t>
            </a:r>
            <a:r>
              <a:rPr lang="hr-HR" sz="1800" i="0" dirty="0">
                <a:effectLst/>
                <a:latin typeface="-apple-system"/>
              </a:rPr>
              <a:t>  </a:t>
            </a:r>
          </a:p>
          <a:p>
            <a:pPr algn="l">
              <a:buFont typeface="+mj-lt"/>
              <a:buAutoNum type="arabicPeriod" startAt="2"/>
            </a:pPr>
            <a:r>
              <a:rPr lang="hr-HR" sz="1800" b="1" dirty="0">
                <a:latin typeface="-apple-system"/>
              </a:rPr>
              <a:t>Alati za ispitivanje: </a:t>
            </a:r>
            <a:r>
              <a:rPr lang="hr-HR" sz="1800" dirty="0" err="1">
                <a:latin typeface="-apple-system"/>
              </a:rPr>
              <a:t>Junit</a:t>
            </a:r>
            <a:r>
              <a:rPr lang="hr-HR" sz="1800" dirty="0">
                <a:latin typeface="-apple-system"/>
              </a:rPr>
              <a:t> alat, </a:t>
            </a:r>
            <a:r>
              <a:rPr lang="hr-HR" sz="1800" dirty="0" err="1">
                <a:latin typeface="-apple-system"/>
              </a:rPr>
              <a:t>Cypress</a:t>
            </a:r>
            <a:r>
              <a:rPr lang="hr-HR" sz="1800" dirty="0">
                <a:latin typeface="-apple-system"/>
              </a:rPr>
              <a:t> </a:t>
            </a:r>
            <a:endParaRPr lang="hr-HR" i="0" dirty="0">
              <a:effectLst/>
              <a:latin typeface="-apple-system"/>
            </a:endParaRPr>
          </a:p>
          <a:p>
            <a:pPr marL="457200" lvl="1" indent="0">
              <a:buNone/>
            </a:pPr>
            <a:endParaRPr lang="hr-HR" noProof="0" dirty="0"/>
          </a:p>
          <a:p>
            <a:r>
              <a:rPr lang="hr-HR" noProof="0" dirty="0"/>
              <a:t>Smještaj aplikacije: </a:t>
            </a:r>
            <a:r>
              <a:rPr lang="hr-HR" sz="2000" b="0" i="0" u="sng" dirty="0">
                <a:solidFill>
                  <a:srgbClr val="4493F8"/>
                </a:solidFill>
                <a:effectLst/>
                <a:latin typeface="-apple-system"/>
                <a:hlinkClick r:id="rId2"/>
              </a:rPr>
              <a:t>https://cooking.planine.hr/</a:t>
            </a:r>
            <a:endParaRPr lang="hr-HR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Neprogramski (organizacijski) zadaci</a:t>
            </a:r>
          </a:p>
          <a:p>
            <a:pPr marL="486410" lvl="1"/>
            <a:r>
              <a:rPr lang="hr-HR"/>
              <a:t>K</a:t>
            </a:r>
            <a:r>
              <a:rPr lang="hr-HR" noProof="0"/>
              <a:t>orištene platforme</a:t>
            </a:r>
            <a:r>
              <a:rPr lang="hr-HR"/>
              <a:t>: WhatsApp, Discord</a:t>
            </a:r>
            <a:endParaRPr lang="hr-HR" noProof="0"/>
          </a:p>
          <a:p>
            <a:pPr marL="486410" lvl="1"/>
            <a:r>
              <a:rPr lang="hr-HR" noProof="0" dirty="0" err="1"/>
              <a:t>GitHub</a:t>
            </a:r>
            <a:r>
              <a:rPr lang="hr-HR" noProof="0" dirty="0"/>
              <a:t> iskustvo</a:t>
            </a:r>
          </a:p>
          <a:p>
            <a:pPr marL="486410" lvl="1"/>
            <a:r>
              <a:rPr lang="hr-HR" noProof="0" dirty="0"/>
              <a:t>Alat: </a:t>
            </a:r>
            <a:r>
              <a:rPr lang="hr-HR" noProof="0" dirty="0" err="1"/>
              <a:t>Linear</a:t>
            </a:r>
            <a:endParaRPr lang="hr-HR" noProof="0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  <p:pic>
        <p:nvPicPr>
          <p:cNvPr id="6" name="Slika 5" descr="Slika na kojoj se prikazuje tekst, snimka zaslona, softver, Multimedijski softver&#10;&#10;Opis je automatski generiran">
            <a:extLst>
              <a:ext uri="{FF2B5EF4-FFF2-40B4-BE49-F238E27FC236}">
                <a16:creationId xmlns:a16="http://schemas.microsoft.com/office/drawing/2014/main" id="{B259F78E-DE92-4024-9B60-3CC1ED852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20" y="2708396"/>
            <a:ext cx="7981179" cy="405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CBA8-11D5-D65F-3F83-F59F385A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DC07-223F-0954-0AAD-901A9AD8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Fokus na izazove i rješenja:</a:t>
            </a:r>
            <a:br>
              <a:rPr lang="hr-HR" dirty="0"/>
            </a:br>
            <a:r>
              <a:rPr lang="hr-HR" dirty="0"/>
              <a:t>1.  Promjena podataka korisničkog profila</a:t>
            </a:r>
          </a:p>
          <a:p>
            <a:pPr marL="0" indent="0">
              <a:buNone/>
            </a:pPr>
            <a:r>
              <a:rPr lang="hr-HR" dirty="0"/>
              <a:t>	2.  Prijava na stranicu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6D2D5-F8F8-3548-34C0-61BDD7AA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08602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0" i="0" dirty="0">
                <a:effectLst/>
                <a:latin typeface="-apple-system"/>
              </a:rPr>
              <a:t>Naš tim je prvenstveno naučio koliko je teško raditi u grupi. Organizacija i komunikacija su stvorile jedan od najvećih problema pri izradi ovog projekta, naravno uz nedostatak znanja o alatima koji su se koristili. Kada neki zadatak nije išao samostalno, uvijek smo ga pokušali </a:t>
            </a:r>
            <a:r>
              <a:rPr lang="hr-HR" b="0" i="0" dirty="0" err="1">
                <a:effectLst/>
                <a:latin typeface="-apple-system"/>
              </a:rPr>
              <a:t>rješiti</a:t>
            </a:r>
            <a:r>
              <a:rPr lang="hr-HR" b="0" i="0" dirty="0">
                <a:effectLst/>
                <a:latin typeface="-apple-system"/>
              </a:rPr>
              <a:t> zajedničkim snagama, bilo to uspješno ili neuspješno. Smatramo da smo projekt mogli odraditi puno uspješnije, ali ne zato jer se nismo dovoljno trudili, nego nam je nedostajalo iskustvo u timskom radu i kvalitetnoj raspodjeli zadataka te pravovremenoj komunikaciji o problemima na koje smo naišli.</a:t>
            </a:r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1497</TotalTime>
  <Words>786</Words>
  <Application>Microsoft Office PowerPoint</Application>
  <PresentationFormat>On-screen Show (4:3)</PresentationFormat>
  <Paragraphs>144</Paragraphs>
  <Slides>16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PROGI-template</vt:lpstr>
      <vt:lpstr>DividendVTI</vt:lpstr>
      <vt:lpstr>Cooking flamingoz</vt:lpstr>
      <vt:lpstr>Sadržaj</vt:lpstr>
      <vt:lpstr>Članovi grupe</vt:lpstr>
      <vt:lpstr>O projektu</vt:lpstr>
      <vt:lpstr>Funkcijski zahtjevi</vt:lpstr>
      <vt:lpstr>Nefunkcijski zahtjevi</vt:lpstr>
      <vt:lpstr>Dijagram obrasca uporabe anonimnog korisnika </vt:lpstr>
      <vt:lpstr>Dijagram obrasca uporabe polaznika </vt:lpstr>
      <vt:lpstr>Višerazinski dijagram cijelog sustava </vt:lpstr>
      <vt:lpstr>Arhitektura sustava</vt:lpstr>
      <vt:lpstr>Ispitivanje</vt:lpstr>
      <vt:lpstr>Ispitivanje</vt:lpstr>
      <vt:lpstr>Korišteni alati i tehnologije</vt:lpstr>
      <vt:lpstr>Organizacija rada</vt:lpstr>
      <vt:lpstr>Demonstracija aplikacije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Antonio Gospodnetić</cp:lastModifiedBy>
  <cp:revision>260</cp:revision>
  <dcterms:created xsi:type="dcterms:W3CDTF">2016-01-18T13:10:52Z</dcterms:created>
  <dcterms:modified xsi:type="dcterms:W3CDTF">2026-01-28T20:48:08Z</dcterms:modified>
</cp:coreProperties>
</file>